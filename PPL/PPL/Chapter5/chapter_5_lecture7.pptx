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87" r:id="rId6"/>
  </p:sldMasterIdLst>
  <p:notesMasterIdLst>
    <p:notesMasterId r:id="rId8"/>
  </p:notesMasterIdLst>
  <p:handoutMasterIdLst>
    <p:handoutMasterId r:id="rId31"/>
  </p:handoutMasterIdLst>
  <p:sldIdLst>
    <p:sldId id="286" r:id="rId7"/>
    <p:sldId id="807" r:id="rId9"/>
    <p:sldId id="808" r:id="rId10"/>
    <p:sldId id="809" r:id="rId11"/>
    <p:sldId id="810" r:id="rId12"/>
    <p:sldId id="811" r:id="rId13"/>
    <p:sldId id="812" r:id="rId14"/>
    <p:sldId id="813" r:id="rId15"/>
    <p:sldId id="814" r:id="rId16"/>
    <p:sldId id="815" r:id="rId17"/>
    <p:sldId id="816" r:id="rId18"/>
    <p:sldId id="817" r:id="rId19"/>
    <p:sldId id="818" r:id="rId20"/>
    <p:sldId id="819" r:id="rId21"/>
    <p:sldId id="820" r:id="rId22"/>
    <p:sldId id="821" r:id="rId23"/>
    <p:sldId id="822" r:id="rId24"/>
    <p:sldId id="824" r:id="rId25"/>
    <p:sldId id="825" r:id="rId26"/>
    <p:sldId id="826" r:id="rId27"/>
    <p:sldId id="827" r:id="rId28"/>
    <p:sldId id="828" r:id="rId29"/>
    <p:sldId id="532" r:id="rId3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4AA"/>
    <a:srgbClr val="0066FF"/>
    <a:srgbClr val="F96F07"/>
    <a:srgbClr val="F4220C"/>
    <a:srgbClr val="F94107"/>
    <a:srgbClr val="FC5D0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500"/>
    <p:restoredTop sz="94624"/>
  </p:normalViewPr>
  <p:slideViewPr>
    <p:cSldViewPr showGuides="1">
      <p:cViewPr>
        <p:scale>
          <a:sx n="66" d="100"/>
          <a:sy n="66" d="100"/>
        </p:scale>
        <p:origin x="-1632" y="-168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240" y="36751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3EEEE-8657-406A-8528-002B5862434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9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5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5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5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.em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5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Subtitle 7"/>
          <p:cNvSpPr>
            <a:spLocks noGrp="1"/>
          </p:cNvSpPr>
          <p:nvPr>
            <p:ph type="subTitle" idx="1"/>
          </p:nvPr>
        </p:nvSpPr>
        <p:spPr>
          <a:xfrm>
            <a:off x="1600200" y="1162685"/>
            <a:ext cx="6400800" cy="483235"/>
          </a:xfrm>
        </p:spPr>
        <p:txBody>
          <a:bodyPr vert="horz" wrap="square" lIns="91440" tIns="45720" rIns="91440" bIns="45720" anchor="t" anchorCtr="0"/>
          <a:p>
            <a:pPr>
              <a:buClrTx/>
              <a:buSzTx/>
            </a:pPr>
            <a:r>
              <a:rPr lang="en-US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Overview</a:t>
            </a: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ClrTx/>
              <a:buSzTx/>
            </a:pP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0" y="163195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conecpt of Event handling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 with programming language.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Exception and Event handling.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GUI Developement.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Event?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Event?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 event is an object that is implicitly created by the run-time system in response to a user action.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Event?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 event is an object that is implicitly created by the run-time system in response to a user action.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 event is a notification that something specific has occurred, such as a mouse click on a graphical button.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Event handler?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Event handler?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 event handler is a segment of code that is executed in response to the appearance of an event. Event handlers enable a program to be responsive to user actions. 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is GUI?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GUI stands for Graphical User Interface. It’s a type of user interface that allows users to interact with software applications through graphical elements rather than text-based commands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Features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Visual Elements: GUIs use icons, buttons, windows, and menus to represent actions and information. This makes it easier for users to navigate and understand the software.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Features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Visual Elements: GUIs use icons, buttons, windows, and menus to represent actions and information. This makes it easier for users to navigate and understand the software.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Interactivity: Users can interact with the interface using input devices like a mouse, keyboard, or touch screen, enabling actions like clicking, dragging, and scrolling.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Features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Visual Elements: GUIs use icons, buttons, windows, and menus to represent actions and information. This makes it easier for users to navigate and understand the software.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Interactivity: Users can interact with the interface using input devices like a mouse, keyboard, or touch screen, enabling actions like clicking, dragging, and scrolling.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User-Friendly: GUIs are designed to be intuitive, often reducing the learning curve for new users by providing visual cues and logical layouts.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Features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Visual Elements: GUIs use icons, buttons, windows, and menus to represent actions and information. This makes it easier for users to navigate and understand the software.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Interactivity: Users can interact with the interface using input devices like a mouse, keyboard, or touch screen, enabling actions like clicking, dragging, and scrolling.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User-Friendly: GUIs are designed to be intuitive, often reducing the learning curve for new users by providing visual cues and logical layouts.</a:t>
            </a:r>
            <a:endParaRPr lang="en-US" alt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Multi-Tasking: Many GUIs support multiple windows or tabs, allowing users to work with several applications or documents simultaneously.</a:t>
            </a:r>
            <a:endParaRPr lang="en-US" alt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Icons: Small images representing programs, files, or functions.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Icons: Small images representing programs, files, or functions.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Buttons: Clickable elements that perform an action when pressed.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Icons: Small images representing programs, files, or functions.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Buttons: Clickable elements that perform an action when pressed.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Menus: Lists of options or commands that users can choose from.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Icons: Small images representing programs, files, or functions.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Buttons: Clickable elements that perform an action when pressed.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Menus: Lists of options or commands that users can choose from.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Toolbars: Horizontal or vertical bars containing icons and buttons for quick access to commonly used functions.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Text Boxes: Areas where users can enter text input.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Component of GUI.</a:t>
            </a:r>
            <a:b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Windows: Rectangular areas on the screen that display information or applications.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Icons: Small images representing programs, files, or functions.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Buttons: Clickable elements that perform an action when pressed.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Menus: Lists of options or commands that users can choose from.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Toolbars: Horizontal or vertical bars containing icons and buttons for quick access to commonly used functions.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Text Boxes: Areas where users can enter text input.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Exception and Event Handling.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Define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Exception Handling: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Refers to the process of responding to the occurrence of exceptions—unexpected events that disrupt the normal flow of a program.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allows a program to manage errors gracefully without crashing.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Involves responding to events or actions performed by the user or the system, such as mouse clicks, keyboard inputs, or other user interactions.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It allows a program to respond dynamically to user inputs and system signals.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Exception and Event Handling.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Purpose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Exception Handling: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manage and recover from runtime errors or exceptional conditions.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ensure that a program can continue executing or terminate gracefully even when an error occurs.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Handling: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create interactive applications that respond to user actions.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define how the application should behave when specific events occur.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Exception and Event Handling.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Implementation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Exception Handling: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Typically uses constructs like try, catch, finally, and throw (or equivalent keywords in various programming languages).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try: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# Code that may raise an exception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result = 10 / 0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except ZeroDivisionError: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print("Cannot divide by zero!")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Exception and Event Handling.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Implementation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Handling: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Uses event listeners or handlers that are registered to respond to specific events.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Example: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document.getElementById("myButton").addEventListener("click", function() {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alert("Button clicked!");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});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136650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Event Handling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76200" y="1143000"/>
            <a:ext cx="8915400" cy="3806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Flow Control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Exception Handling: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Alters the flow of control when an error occurs, allowing the program to jump to a catch block or finally block to handle the error.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Event Handling: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Adds callbacks or event listeners to respond to events without altering the program's main execution flow; events are processed when they occur.</a:t>
            </a: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38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ctr" anchorCtr="0"/>
          <a:p>
            <a:r>
              <a:rPr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Thank You</a:t>
            </a:r>
            <a:endParaRPr sz="9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7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4419600"/>
          </a:xfrm>
        </p:spPr>
        <p:txBody>
          <a:bodyPr vert="horz" wrap="square" lIns="91440" tIns="45720" rIns="91440" bIns="45720" anchor="t" anchorCtr="0"/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8" name="Slide Number Placeholder 4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6585</Words>
  <Application>WPS Presentation</Application>
  <PresentationFormat>On-screen Show (4:3)</PresentationFormat>
  <Paragraphs>406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2_Custom Design</vt:lpstr>
      <vt:lpstr>3_Custom Design</vt:lpstr>
      <vt:lpstr>1_Custom Design</vt:lpstr>
      <vt:lpstr>Custom Design</vt:lpstr>
      <vt:lpstr>4_Custom Design</vt:lpstr>
      <vt:lpstr>Exception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MAYUR TAYDE</cp:lastModifiedBy>
  <cp:revision>1466</cp:revision>
  <dcterms:created xsi:type="dcterms:W3CDTF">2024-10-03T04:24:00Z</dcterms:created>
  <dcterms:modified xsi:type="dcterms:W3CDTF">2024-10-18T06:06:20Z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4DACD35A4A13495199C4287798C107E1_12</vt:lpwstr>
  </property>
  <property fmtid="{D5CDD505-2E9C-101B-9397-08002B2CF9AE}" pid="4" name="KSOProductBuildVer">
    <vt:lpwstr>1033-12.2.0.18586</vt:lpwstr>
  </property>
</Properties>
</file>