
<file path=[Content_Types].xml><?xml version="1.0" encoding="utf-8"?>
<Types xmlns="http://schemas.openxmlformats.org/package/2006/content-types">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87" r:id="rId6"/>
  </p:sldMasterIdLst>
  <p:notesMasterIdLst>
    <p:notesMasterId r:id="rId8"/>
  </p:notesMasterIdLst>
  <p:handoutMasterIdLst>
    <p:handoutMasterId r:id="rId44"/>
  </p:handoutMasterIdLst>
  <p:sldIdLst>
    <p:sldId id="286" r:id="rId7"/>
    <p:sldId id="628" r:id="rId9"/>
    <p:sldId id="770" r:id="rId10"/>
    <p:sldId id="771" r:id="rId11"/>
    <p:sldId id="772" r:id="rId12"/>
    <p:sldId id="773" r:id="rId13"/>
    <p:sldId id="774" r:id="rId14"/>
    <p:sldId id="775" r:id="rId15"/>
    <p:sldId id="776" r:id="rId16"/>
    <p:sldId id="777" r:id="rId17"/>
    <p:sldId id="780" r:id="rId18"/>
    <p:sldId id="781" r:id="rId19"/>
    <p:sldId id="782" r:id="rId20"/>
    <p:sldId id="783" r:id="rId21"/>
    <p:sldId id="784" r:id="rId22"/>
    <p:sldId id="785" r:id="rId23"/>
    <p:sldId id="786" r:id="rId24"/>
    <p:sldId id="787" r:id="rId25"/>
    <p:sldId id="788" r:id="rId26"/>
    <p:sldId id="789" r:id="rId27"/>
    <p:sldId id="790" r:id="rId28"/>
    <p:sldId id="792" r:id="rId29"/>
    <p:sldId id="793" r:id="rId30"/>
    <p:sldId id="791" r:id="rId31"/>
    <p:sldId id="794" r:id="rId32"/>
    <p:sldId id="795" r:id="rId33"/>
    <p:sldId id="796" r:id="rId34"/>
    <p:sldId id="797" r:id="rId35"/>
    <p:sldId id="798" r:id="rId36"/>
    <p:sldId id="799" r:id="rId37"/>
    <p:sldId id="800" r:id="rId38"/>
    <p:sldId id="801" r:id="rId39"/>
    <p:sldId id="802" r:id="rId40"/>
    <p:sldId id="804" r:id="rId41"/>
    <p:sldId id="805" r:id="rId42"/>
    <p:sldId id="532" r:id="rId43"/>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6F4AA"/>
    <a:srgbClr val="0066FF"/>
    <a:srgbClr val="F96F07"/>
    <a:srgbClr val="F4220C"/>
    <a:srgbClr val="F94107"/>
    <a:srgbClr val="FC5D04"/>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500"/>
    <p:restoredTop sz="94624"/>
  </p:normalViewPr>
  <p:slideViewPr>
    <p:cSldViewPr showGuides="1">
      <p:cViewPr>
        <p:scale>
          <a:sx n="66" d="100"/>
          <a:sy n="66" d="100"/>
        </p:scale>
        <p:origin x="-1632" y="-168"/>
      </p:cViewPr>
      <p:guideLst>
        <p:guide orient="horz" pos="2160"/>
        <p:guide pos="2880"/>
      </p:guideLst>
    </p:cSldViewPr>
  </p:slideViewPr>
  <p:outlineViewPr>
    <p:cViewPr>
      <p:scale>
        <a:sx n="33" d="100"/>
        <a:sy n="33" d="100"/>
      </p:scale>
      <p:origin x="240" y="367512"/>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handoutMaster" Target="handoutMasters/handoutMaster1.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474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0" hangingPunct="0">
              <a:defRPr sz="1200">
                <a:latin typeface="Arial" panose="020B0604020202020204" pitchFamily="34" charset="0"/>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7459"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200">
                <a:latin typeface="Arial" panose="020B0604020202020204" pitchFamily="34" charset="0"/>
                <a:cs typeface="+mn-cs"/>
              </a:defRPr>
            </a:lvl1pPr>
          </a:lstStyle>
          <a:p>
            <a:pPr marL="0" marR="0" lvl="0" indent="0" algn="r" defTabSz="914400" rtl="0" eaLnBrk="0" fontAlgn="base" latinLnBrk="0" hangingPunct="0">
              <a:lnSpc>
                <a:spcPct val="100000"/>
              </a:lnSpc>
              <a:spcBef>
                <a:spcPct val="0"/>
              </a:spcBef>
              <a:spcAft>
                <a:spcPct val="0"/>
              </a:spcAft>
              <a:buClrTx/>
              <a:buSzTx/>
              <a:buFontTx/>
              <a:buNone/>
              <a:defRPr/>
            </a:pPr>
            <a:fld id="{3323EEEE-8657-406A-8528-002B58624345}"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7460"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z="1200">
                <a:latin typeface="Arial" panose="020B0604020202020204" pitchFamily="34" charset="0"/>
                <a:cs typeface="+mn-cs"/>
              </a:defRPr>
            </a:lvl1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/34</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47461"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a:buNone/>
            </a:pPr>
            <a:fld id="{9A0DB2DC-4C9A-4742-B13C-FB6460FD3503}" type="slidenum">
              <a:rPr lang="en-US" altLang="en-US" sz="1200" dirty="0"/>
            </a:fld>
            <a:endParaRPr lang="en-US" altLang="en-US" sz="1200" dirty="0"/>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latin typeface="Arial" panose="020B0604020202020204" pitchFamily="34" charset="0"/>
                <a:cs typeface="+mn-cs"/>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3972" name="Rectangle 4"/>
          <p:cNvSpPr>
            <a:spLocks noGrp="1" noRot="1" noChangeAspec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307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Fifth level</a:t>
            </a:r>
            <a:endParaRPr kumimoji="0" 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
        <p:nvSpPr>
          <p:cNvPr id="30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Arial" panose="020B0604020202020204" pitchFamily="34" charset="0"/>
                <a:cs typeface="+mn-cs"/>
              </a:defRPr>
            </a:lvl1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/34</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buNone/>
            </a:pPr>
            <a:fld id="{9A0DB2DC-4C9A-4742-B13C-FB6460FD3503}" type="slidenum">
              <a:rPr lang="en-US" altLang="en-US" sz="1200" dirty="0"/>
            </a:fld>
            <a:endParaRPr lang="en-US" altLang="en-US" sz="1200" dirty="0"/>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2"/>
          <p:cNvSpPr>
            <a:spLocks noGrp="1" noRot="1" noChangeAspect="1" noTextEdit="1"/>
          </p:cNvSpPr>
          <p:nvPr>
            <p:ph type="sldImg"/>
          </p:nvPr>
        </p:nvSpPr>
        <p:spPr/>
      </p:sp>
      <p:sp>
        <p:nvSpPr>
          <p:cNvPr id="84995" name="Rectangle 3"/>
          <p:cNvSpPr>
            <a:spLocks noGrp="1"/>
          </p:cNvSpPr>
          <p:nvPr>
            <p:ph type="body" idx="1"/>
          </p:nvPr>
        </p:nvSpPr>
        <p:spPr/>
        <p:txBody>
          <a:bodyPr wrap="square" lIns="91440" tIns="45720" rIns="91440" bIns="45720" anchor="t" anchorCtr="0"/>
          <a:p>
            <a:pPr lvl="0" eaLnBrk="1" hangingPunct="1"/>
            <a:endParaRPr lang="en-US" altLang="en-US" dirty="0"/>
          </a:p>
        </p:txBody>
      </p:sp>
      <p:sp>
        <p:nvSpPr>
          <p:cNvPr id="8499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en-US" sz="1200" dirty="0"/>
            </a:fld>
            <a:endParaRPr lang="en-US" altLang="en-US" sz="1200" dirty="0"/>
          </a:p>
        </p:txBody>
      </p:sp>
      <p:sp>
        <p:nvSpPr>
          <p:cNvPr id="5" name="Footer Placeholder 4"/>
          <p:cNvSpPr txBox="1">
            <a:spLocks noGrp="1"/>
          </p:cNvSpPr>
          <p:nvPr>
            <p:ph type="ftr" sz="quarter"/>
          </p:nvPr>
        </p:nvSpPr>
        <p:spPr bwMode="auto"/>
        <p:txBody>
          <a:bodyPr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rPr>
              <a:t>/34</a:t>
            </a:r>
            <a:endParaRPr kumimoji="0" lang="en-US" sz="1200" b="0" i="0" u="none" strike="noStrike" kern="1200" cap="none" spc="0" normalizeH="0" baseline="0" noProof="0" dirty="0">
              <a:ln>
                <a:noFill/>
              </a:ln>
              <a:solidFill>
                <a:schemeClr val="tx1"/>
              </a:solidFill>
              <a:effectLst/>
              <a:uLnTx/>
              <a:uFillTx/>
              <a:latin typeface="Arial" panose="020B0604020202020204" pitchFamily="34" charset="0"/>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8" name="Footer Placeholder 7"/>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9" name="Slide Number Placeholder 8"/>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Footer Placeholder 3"/>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Slide Number Placeholder 4"/>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3" name="Footer Placeholder 2"/>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Footer Placeholder 5"/>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7" name="Slide Number Placeholder 6"/>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11"/>
          </p:nvPr>
        </p:nvSpPr>
        <p:spPr/>
        <p:txBody>
          <a:bodyPr/>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12"/>
          </p:nvPr>
        </p:nvSpPr>
        <p:spPr/>
        <p:txBody>
          <a:bodyPr/>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Slide Number Placeholder 3"/>
          <p:cNvSpPr>
            <a:spLocks noGrp="1"/>
          </p:cNvSpPr>
          <p:nvPr>
            <p:ph type="sldNum" sz="quarter" idx="10"/>
          </p:nvPr>
        </p:nvSpPr>
        <p:spPr/>
        <p:txBody>
          <a:bodyPr/>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Slide Number Placeholder 3"/>
          <p:cNvSpPr>
            <a:spLocks noGrp="1"/>
          </p:cNvSpPr>
          <p:nvPr>
            <p:ph type="sldNum" sz="quarter" idx="10"/>
          </p:nvPr>
        </p:nvSpPr>
        <p:spPr/>
        <p:txBody>
          <a:bodyPr/>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Slide Number Placeholder 3"/>
          <p:cNvSpPr>
            <a:spLocks noGrp="1"/>
          </p:cNvSpPr>
          <p:nvPr>
            <p:ph type="sldNum" sz="quarter" idx="10"/>
          </p:nvPr>
        </p:nvSpPr>
        <p:spPr/>
        <p:txBody>
          <a:bodyPr/>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Slide Number Placeholder 3"/>
          <p:cNvSpPr>
            <a:spLocks noGrp="1"/>
          </p:cNvSpPr>
          <p:nvPr>
            <p:ph type="sldNum" sz="quarter" idx="10"/>
          </p:nvPr>
        </p:nvSpPr>
        <p:spPr/>
        <p:txBody>
          <a:bodyPr/>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4" Type="http://schemas.openxmlformats.org/officeDocument/2006/relationships/theme" Target="../theme/theme4.xml"/><Relationship Id="rId3" Type="http://schemas.openxmlformats.org/officeDocument/2006/relationships/image" Target="../media/image1.emf"/><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4" Type="http://schemas.openxmlformats.org/officeDocument/2006/relationships/theme" Target="../theme/theme5.xml"/><Relationship Id="rId3" Type="http://schemas.openxmlformats.org/officeDocument/2006/relationships/image" Target="../media/image1.emf"/><Relationship Id="rId2" Type="http://schemas.openxmlformats.org/officeDocument/2006/relationships/slideLayout" Target="../slideLayouts/slideLayout37.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white">
      <p:bgRef idx="1001">
        <a:schemeClr val="bg1"/>
      </p:bgRef>
    </p:bg>
    <p:spTree>
      <p:nvGrpSpPr>
        <p:cNvPr id="1" name=""/>
        <p:cNvGrpSpPr/>
        <p:nvPr/>
      </p:nvGrpSpPr>
      <p:grpSpPr/>
      <p:sp>
        <p:nvSpPr>
          <p:cNvPr id="1026"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dirty="0"/>
              <a:t>Click to edit Master title style</a:t>
            </a:r>
            <a:endParaRPr dirty="0"/>
          </a:p>
        </p:txBody>
      </p:sp>
      <p:sp>
        <p:nvSpPr>
          <p:cNvPr id="1027" name="Text Placeholder 2"/>
          <p:cNvSpPr>
            <a:spLocks noGrp="1"/>
          </p:cNvSpPr>
          <p:nvPr>
            <p:ph type="body" idx="1"/>
          </p:nvPr>
        </p:nvSpPr>
        <p:spPr>
          <a:xfrm>
            <a:off x="457200" y="1600200"/>
            <a:ext cx="8229600" cy="4525963"/>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white">
      <p:bgRef idx="1001">
        <a:schemeClr val="bg1"/>
      </p:bgRef>
    </p:bg>
    <p:spTree>
      <p:nvGrpSpPr>
        <p:cNvPr id="1" name=""/>
        <p:cNvGrpSpPr/>
        <p:nvPr/>
      </p:nvGrpSpPr>
      <p:grpSpPr/>
      <p:sp>
        <p:nvSpPr>
          <p:cNvPr id="2050"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dirty="0"/>
              <a:t>Click to edit Master title style</a:t>
            </a:r>
            <a:endParaRPr dirty="0"/>
          </a:p>
        </p:txBody>
      </p:sp>
      <p:sp>
        <p:nvSpPr>
          <p:cNvPr id="2051" name="Text Placeholder 2"/>
          <p:cNvSpPr>
            <a:spLocks noGrp="1"/>
          </p:cNvSpPr>
          <p:nvPr>
            <p:ph type="body" idx="1"/>
          </p:nvPr>
        </p:nvSpPr>
        <p:spPr>
          <a:xfrm>
            <a:off x="457200" y="1600200"/>
            <a:ext cx="8229600" cy="4525963"/>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white">
      <p:bgRef idx="1001">
        <a:schemeClr val="bg1"/>
      </p:bgRef>
    </p:bg>
    <p:spTree>
      <p:nvGrpSpPr>
        <p:cNvPr id="1" name=""/>
        <p:cNvGrpSpPr/>
        <p:nvPr/>
      </p:nvGrpSpPr>
      <p:grpSpPr/>
      <p:sp>
        <p:nvSpPr>
          <p:cNvPr id="3074"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dirty="0"/>
              <a:t>Click to edit Master title style</a:t>
            </a:r>
            <a:endParaRPr dirty="0"/>
          </a:p>
        </p:txBody>
      </p:sp>
      <p:sp>
        <p:nvSpPr>
          <p:cNvPr id="3075" name="Text Placeholder 2"/>
          <p:cNvSpPr>
            <a:spLocks noGrp="1"/>
          </p:cNvSpPr>
          <p:nvPr>
            <p:ph type="body" idx="1"/>
          </p:nvPr>
        </p:nvSpPr>
        <p:spPr>
          <a:xfrm>
            <a:off x="457200" y="1600200"/>
            <a:ext cx="8229600" cy="4525963"/>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0" hangingPunct="0">
              <a:defRPr sz="1200">
                <a:solidFill>
                  <a:schemeClr val="tx1">
                    <a:tint val="75000"/>
                  </a:schemeClr>
                </a:solidFill>
                <a:latin typeface="Arial" panose="020B0604020202020204" pitchFamily="34" charset="0"/>
                <a:cs typeface="Arial" panose="020B0604020202020204" pitchFamily="34" charset="0"/>
              </a:defRPr>
            </a:lvl1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Arial" panose="020B0604020202020204" pitchFamily="34" charset="0"/>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rgbClr val="898989"/>
                </a:solidFill>
              </a:defRPr>
            </a:lvl1pPr>
          </a:lstStyle>
          <a:p>
            <a:pPr lvl="0" eaLnBrk="0" hangingPunct="0">
              <a:buNone/>
            </a:pPr>
            <a:fld id="{9A0DB2DC-4C9A-4742-B13C-FB6460FD3503}" type="slidenum">
              <a:rPr lang="en-US" dirty="0">
                <a:latin typeface="Arial" panose="020B0604020202020204" pitchFamily="34" charset="0"/>
              </a:rPr>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4098"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4099" name="Text Placeholder 2"/>
          <p:cNvSpPr>
            <a:spLocks noGrp="1"/>
          </p:cNvSpPr>
          <p:nvPr>
            <p:ph type="body" idx="1"/>
          </p:nvPr>
        </p:nvSpPr>
        <p:spPr>
          <a:xfrm>
            <a:off x="457200" y="1600200"/>
            <a:ext cx="8229600" cy="3962400"/>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6" name="Slide Number Placeholder 5"/>
          <p:cNvSpPr>
            <a:spLocks noGrp="1"/>
          </p:cNvSpPr>
          <p:nvPr>
            <p:ph type="sldNum" sz="quarter" idx="4"/>
          </p:nvPr>
        </p:nvSpPr>
        <p:spPr>
          <a:xfrm>
            <a:off x="7086600" y="6356350"/>
            <a:ext cx="1600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pic>
        <p:nvPicPr>
          <p:cNvPr id="4101" name="Picture 2"/>
          <p:cNvPicPr>
            <a:picLocks noChangeAspect="1"/>
          </p:cNvPicPr>
          <p:nvPr/>
        </p:nvPicPr>
        <p:blipFill>
          <a:blip r:embed="rId3"/>
          <a:stretch>
            <a:fillRect/>
          </a:stretch>
        </p:blipFill>
        <p:spPr>
          <a:xfrm>
            <a:off x="0" y="5816600"/>
            <a:ext cx="1066800" cy="1066800"/>
          </a:xfrm>
          <a:prstGeom prst="rect">
            <a:avLst/>
          </a:prstGeom>
          <a:noFill/>
          <a:ln w="9525">
            <a:noFill/>
          </a:ln>
        </p:spPr>
      </p:pic>
      <p:sp>
        <p:nvSpPr>
          <p:cNvPr id="2054"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055" name="Rectangle 6"/>
          <p:cNvSpPr>
            <a:spLocks noChangeArrowheads="1"/>
          </p:cNvSpPr>
          <p:nvPr/>
        </p:nvSpPr>
        <p:spPr bwMode="auto">
          <a:xfrm>
            <a:off x="1143000" y="5867400"/>
            <a:ext cx="7694613" cy="1128713"/>
          </a:xfrm>
          <a:prstGeom prst="rect">
            <a:avLst/>
          </a:prstGeom>
          <a:noFill/>
          <a:ln w="9525">
            <a:noFill/>
            <a:miter lim="800000"/>
          </a:ln>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Department of Computer Engineering and Information Technology</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College of Engineering Pune (COEP) </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Forerunners in Technical Education </a:t>
            </a:r>
            <a:endPar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                                      </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p:sp>
        <p:nvSpPr>
          <p:cNvPr id="4098" name="Title Placeholder 1"/>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4099" name="Text Placeholder 2"/>
          <p:cNvSpPr>
            <a:spLocks noGrp="1"/>
          </p:cNvSpPr>
          <p:nvPr>
            <p:ph type="body" idx="1"/>
          </p:nvPr>
        </p:nvSpPr>
        <p:spPr>
          <a:xfrm>
            <a:off x="457200" y="1600200"/>
            <a:ext cx="8229600" cy="3962400"/>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6" name="Slide Number Placeholder 5"/>
          <p:cNvSpPr>
            <a:spLocks noGrp="1"/>
          </p:cNvSpPr>
          <p:nvPr>
            <p:ph type="sldNum" sz="quarter" idx="4"/>
          </p:nvPr>
        </p:nvSpPr>
        <p:spPr>
          <a:xfrm>
            <a:off x="7086600" y="6356350"/>
            <a:ext cx="16002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0" hangingPunct="0">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pic>
        <p:nvPicPr>
          <p:cNvPr id="4101" name="Picture 2"/>
          <p:cNvPicPr>
            <a:picLocks noChangeAspect="1"/>
          </p:cNvPicPr>
          <p:nvPr/>
        </p:nvPicPr>
        <p:blipFill>
          <a:blip r:embed="rId3"/>
          <a:stretch>
            <a:fillRect/>
          </a:stretch>
        </p:blipFill>
        <p:spPr>
          <a:xfrm>
            <a:off x="0" y="5816600"/>
            <a:ext cx="1066800" cy="1066800"/>
          </a:xfrm>
          <a:prstGeom prst="rect">
            <a:avLst/>
          </a:prstGeom>
          <a:noFill/>
          <a:ln w="9525">
            <a:noFill/>
          </a:ln>
        </p:spPr>
      </p:pic>
      <p:sp>
        <p:nvSpPr>
          <p:cNvPr id="2054" name="Rectangle 3"/>
          <p:cNvSpPr>
            <a:spLocks noChangeArrowheads="1"/>
          </p:cNvSpPr>
          <p:nvPr/>
        </p:nvSpPr>
        <p:spPr bwMode="auto">
          <a:xfrm>
            <a:off x="0" y="5638800"/>
            <a:ext cx="9144000" cy="152400"/>
          </a:xfrm>
          <a:prstGeom prst="rect">
            <a:avLst/>
          </a:prstGeom>
          <a:solidFill>
            <a:srgbClr val="00006C"/>
          </a:solidFill>
          <a:ln w="9525">
            <a:solidFill>
              <a:schemeClr val="tx1"/>
            </a:solidFill>
            <a:miter lim="800000"/>
          </a:ln>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2055" name="Rectangle 6"/>
          <p:cNvSpPr>
            <a:spLocks noChangeArrowheads="1"/>
          </p:cNvSpPr>
          <p:nvPr/>
        </p:nvSpPr>
        <p:spPr bwMode="auto">
          <a:xfrm>
            <a:off x="1143000" y="5867400"/>
            <a:ext cx="7694613" cy="1128713"/>
          </a:xfrm>
          <a:prstGeom prst="rect">
            <a:avLst/>
          </a:prstGeom>
          <a:noFill/>
          <a:ln w="9525">
            <a:noFill/>
            <a:miter lim="800000"/>
          </a:ln>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Department of Computer Engineering and Information Technology</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College of Engineering Pune (COEP) </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Forerunners in Technical Education </a:t>
            </a:r>
            <a:endParaRPr kumimoji="0" lang="en-US" sz="14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rPr>
              <a:t>                                      </a:t>
            </a:r>
            <a:endParaRPr kumimoji="0" lang="en-US" sz="1800" b="1" i="0" u="none" strike="noStrike" kern="1200" cap="none" spc="0" normalizeH="0" baseline="0" noProof="0">
              <a:ln>
                <a:noFill/>
              </a:ln>
              <a:solidFill>
                <a:srgbClr val="00006C"/>
              </a:solidFill>
              <a:effectLst/>
              <a:uLnTx/>
              <a:uFillTx/>
              <a:latin typeface="Arial" panose="020B0604020202020204" pitchFamily="34" charset="0"/>
              <a:ea typeface="+mn-ea"/>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5.xml"/><Relationship Id="rId1" Type="http://schemas.openxmlformats.org/officeDocument/2006/relationships/image" Target="../media/image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6" name="Picture 2"/>
          <p:cNvPicPr>
            <a:picLocks noChangeAspect="1"/>
          </p:cNvPicPr>
          <p:nvPr/>
        </p:nvPicPr>
        <p:blipFill>
          <a:blip r:embed="rId1"/>
          <a:stretch>
            <a:fillRect/>
          </a:stretch>
        </p:blipFill>
        <p:spPr>
          <a:xfrm>
            <a:off x="0" y="5818188"/>
            <a:ext cx="1066800" cy="1066800"/>
          </a:xfrm>
          <a:prstGeom prst="rect">
            <a:avLst/>
          </a:prstGeom>
          <a:noFill/>
          <a:ln w="9525">
            <a:noFill/>
          </a:ln>
        </p:spPr>
      </p:pic>
      <p:sp>
        <p:nvSpPr>
          <p:cNvPr id="6147" name="Rectangle 3"/>
          <p:cNvSpPr/>
          <p:nvPr/>
        </p:nvSpPr>
        <p:spPr>
          <a:xfrm>
            <a:off x="0" y="5638800"/>
            <a:ext cx="9144000" cy="152400"/>
          </a:xfrm>
          <a:prstGeom prst="rect">
            <a:avLst/>
          </a:prstGeom>
          <a:solidFill>
            <a:srgbClr val="00006C"/>
          </a:solidFill>
          <a:ln w="9525" cap="flat" cmpd="sng">
            <a:solidFill>
              <a:schemeClr val="tx1"/>
            </a:solidFill>
            <a:prstDash val="solid"/>
            <a:miter/>
            <a:headEnd type="none" w="med" len="med"/>
            <a:tailEnd type="none" w="med" len="med"/>
          </a:ln>
        </p:spPr>
        <p:txBody>
          <a:bodyPr wrap="none" anchor="ctr" anchorCtr="0"/>
          <a:p>
            <a:pPr eaLnBrk="0" hangingPunct="0"/>
            <a:endParaRPr lang="en-US" altLang="en-US" dirty="0">
              <a:latin typeface="Arial" panose="020B0604020202020204" pitchFamily="34" charset="0"/>
            </a:endParaRPr>
          </a:p>
        </p:txBody>
      </p:sp>
      <p:sp>
        <p:nvSpPr>
          <p:cNvPr id="6148" name="Rectangle 8"/>
          <p:cNvSpPr/>
          <p:nvPr/>
        </p:nvSpPr>
        <p:spPr>
          <a:xfrm>
            <a:off x="304800" y="1631950"/>
            <a:ext cx="8153400" cy="579438"/>
          </a:xfrm>
          <a:prstGeom prst="rect">
            <a:avLst/>
          </a:prstGeom>
          <a:noFill/>
          <a:ln w="9525">
            <a:noFill/>
          </a:ln>
        </p:spPr>
        <p:txBody>
          <a:bodyPr>
            <a:spAutoFit/>
          </a:bodyPr>
          <a:p>
            <a:r>
              <a:rPr lang="en-US" altLang="en-US" sz="3200" dirty="0">
                <a:latin typeface="Arial" panose="020B0604020202020204" pitchFamily="34" charset="0"/>
              </a:rPr>
              <a:t>  </a:t>
            </a:r>
            <a:endParaRPr lang="en-US" altLang="en-US" sz="3200" dirty="0">
              <a:solidFill>
                <a:srgbClr val="800000"/>
              </a:solidFill>
              <a:latin typeface="Arial" panose="020B0604020202020204" pitchFamily="34" charset="0"/>
            </a:endParaRPr>
          </a:p>
        </p:txBody>
      </p:sp>
      <p:sp>
        <p:nvSpPr>
          <p:cNvPr id="6149" name="Text Box 11"/>
          <p:cNvSpPr txBox="1"/>
          <p:nvPr/>
        </p:nvSpPr>
        <p:spPr>
          <a:xfrm>
            <a:off x="228600" y="1981200"/>
            <a:ext cx="7543800" cy="3292475"/>
          </a:xfrm>
          <a:prstGeom prst="rect">
            <a:avLst/>
          </a:prstGeom>
          <a:noFill/>
          <a:ln w="9525">
            <a:noFill/>
          </a:ln>
        </p:spPr>
        <p:txBody>
          <a:bodyPr>
            <a:spAutoFit/>
          </a:bodyPr>
          <a:p>
            <a:pPr algn="ctr" eaLnBrk="0" hangingPunct="0">
              <a:spcBef>
                <a:spcPct val="50000"/>
              </a:spcBef>
            </a:pPr>
            <a:endParaRPr lang="en-US" altLang="en-US" sz="20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1600"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en-US" altLang="en-US" sz="4000" b="1" dirty="0">
              <a:solidFill>
                <a:srgbClr val="0000FF"/>
              </a:solidFill>
              <a:latin typeface="Arial" panose="020B0604020202020204" pitchFamily="34" charset="0"/>
            </a:endParaRPr>
          </a:p>
          <a:p>
            <a:pPr algn="ctr" eaLnBrk="0" hangingPunct="0">
              <a:buClr>
                <a:srgbClr val="0BD0D9"/>
              </a:buClr>
              <a:buSzPct val="95000"/>
            </a:pPr>
            <a:endParaRPr lang="sv-SE" altLang="en-US" sz="3600" b="1" dirty="0">
              <a:solidFill>
                <a:srgbClr val="0000FF"/>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endParaRPr lang="sv-SE" altLang="en-US" sz="2400" b="1" dirty="0">
              <a:solidFill>
                <a:srgbClr val="800000"/>
              </a:solidFill>
              <a:latin typeface="Times New Roman" panose="02020603050405020304" pitchFamily="18" charset="0"/>
              <a:cs typeface="Times New Roman" panose="02020603050405020304" pitchFamily="18" charset="0"/>
            </a:endParaRPr>
          </a:p>
          <a:p>
            <a:pPr algn="ctr" eaLnBrk="0" hangingPunct="0">
              <a:buClr>
                <a:srgbClr val="0BD0D9"/>
              </a:buClr>
              <a:buSzPct val="95000"/>
            </a:pPr>
            <a:r>
              <a:rPr lang="sv-SE" altLang="en-US" sz="2400" b="1" dirty="0">
                <a:solidFill>
                  <a:srgbClr val="800000"/>
                </a:solidFill>
                <a:latin typeface="Times New Roman" panose="02020603050405020304" pitchFamily="18" charset="0"/>
                <a:cs typeface="Times New Roman" panose="02020603050405020304" pitchFamily="18" charset="0"/>
              </a:rPr>
              <a:t>					</a:t>
            </a:r>
            <a:endParaRPr lang="sv-SE" altLang="en-US" sz="2400" b="1" dirty="0">
              <a:solidFill>
                <a:srgbClr val="800000"/>
              </a:solidFill>
              <a:latin typeface="Times New Roman" panose="02020603050405020304" pitchFamily="18" charset="0"/>
              <a:ea typeface="Times New Roman" panose="02020603050405020304" pitchFamily="18" charset="0"/>
            </a:endParaRPr>
          </a:p>
        </p:txBody>
      </p:sp>
      <p:sp>
        <p:nvSpPr>
          <p:cNvPr id="6151" name="Title 6"/>
          <p:cNvSpPr>
            <a:spLocks noGrp="1"/>
          </p:cNvSpPr>
          <p:nvPr>
            <p:ph type="ctrTitle"/>
          </p:nvPr>
        </p:nvSpPr>
        <p:spPr>
          <a:xfrm>
            <a:off x="0" y="0"/>
            <a:ext cx="9144000" cy="1136650"/>
          </a:xfrm>
          <a:solidFill>
            <a:schemeClr val="bg2"/>
          </a:solidFill>
        </p:spPr>
        <p:txBody>
          <a:bodyPr vert="horz" wrap="square" lIns="91440" tIns="45720" rIns="91440" bIns="45720" numCol="1" anchor="ctr" anchorCtr="1" compatLnSpc="1"/>
          <a:lstStyle/>
          <a:p>
            <a:pPr marL="0" marR="0" lvl="0" indent="0" algn="r" defTabSz="914400" rtl="0" eaLnBrk="0" fontAlgn="base" latinLnBrk="0" hangingPunct="0">
              <a:lnSpc>
                <a:spcPct val="100000"/>
              </a:lnSpc>
              <a:spcBef>
                <a:spcPct val="0"/>
              </a:spcBef>
              <a:spcAft>
                <a:spcPct val="0"/>
              </a:spcAft>
              <a:buClrTx/>
              <a:buSzTx/>
              <a:buFontTx/>
              <a:buNone/>
              <a:defRPr/>
            </a:pPr>
            <a:r>
              <a:rPr kumimoji="0" 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rPr>
              <a:t>Exception Handling</a:t>
            </a:r>
            <a:endParaRPr kumimoji="0" lang="en-US" sz="3200" b="1" i="0" u="none" strike="noStrike" kern="1200" cap="none" spc="0" normalizeH="0" baseline="0" noProof="0" dirty="0" smtClean="0">
              <a:ln>
                <a:noFill/>
              </a:ln>
              <a:solidFill>
                <a:schemeClr val="tx1"/>
              </a:solidFill>
              <a:effectLst/>
              <a:uLnTx/>
              <a:uFillTx/>
              <a:latin typeface="Times New Roman" panose="02020603050405020304" pitchFamily="18" charset="0"/>
              <a:ea typeface="+mj-ea"/>
              <a:cs typeface="Times New Roman" panose="02020603050405020304" pitchFamily="18" charset="0"/>
            </a:endParaRPr>
          </a:p>
        </p:txBody>
      </p:sp>
      <p:sp>
        <p:nvSpPr>
          <p:cNvPr id="2" name="Subtitle 7"/>
          <p:cNvSpPr>
            <a:spLocks noGrp="1"/>
          </p:cNvSpPr>
          <p:nvPr>
            <p:ph type="subTitle" idx="1"/>
          </p:nvPr>
        </p:nvSpPr>
        <p:spPr>
          <a:xfrm>
            <a:off x="1600200" y="1162685"/>
            <a:ext cx="6400800" cy="483235"/>
          </a:xfrm>
        </p:spPr>
        <p:txBody>
          <a:bodyPr vert="horz" wrap="square" lIns="91440" tIns="45720" rIns="91440" bIns="45720" anchor="t" anchorCtr="0"/>
          <a:p>
            <a:pPr>
              <a:buClrTx/>
              <a:buSzTx/>
            </a:pPr>
            <a:r>
              <a:rPr lang="en-US" altLang="en-US" sz="2400" b="1" kern="1200" dirty="0">
                <a:solidFill>
                  <a:schemeClr val="tx1"/>
                </a:solidFill>
                <a:latin typeface="Times New Roman" panose="02020603050405020304" pitchFamily="18" charset="0"/>
                <a:ea typeface="+mn-ea"/>
                <a:cs typeface="Times New Roman" panose="02020603050405020304" pitchFamily="18" charset="0"/>
              </a:rPr>
              <a:t>Overview</a:t>
            </a:r>
            <a:endParaRPr lang="en-US" altLang="en-US" sz="2400" b="1" kern="1200" dirty="0">
              <a:solidFill>
                <a:schemeClr val="tx1"/>
              </a:solidFill>
              <a:latin typeface="Times New Roman" panose="02020603050405020304" pitchFamily="18" charset="0"/>
              <a:ea typeface="+mn-ea"/>
              <a:cs typeface="Times New Roman" panose="02020603050405020304" pitchFamily="18" charset="0"/>
            </a:endParaRPr>
          </a:p>
          <a:p>
            <a:pPr>
              <a:buClrTx/>
              <a:buSzTx/>
            </a:pPr>
            <a:endParaRPr lang="en-US" altLang="en-US" sz="2400" b="1" kern="1200" dirty="0">
              <a:solidFill>
                <a:schemeClr val="tx1"/>
              </a:solidFill>
              <a:latin typeface="Times New Roman" panose="02020603050405020304" pitchFamily="18" charset="0"/>
              <a:ea typeface="Times New Roman" panose="02020603050405020304" pitchFamily="18" charset="0"/>
              <a:cs typeface="+mn-cs"/>
            </a:endParaRPr>
          </a:p>
        </p:txBody>
      </p:sp>
      <p:sp>
        <p:nvSpPr>
          <p:cNvPr id="6152" name="TextBox 7"/>
          <p:cNvSpPr txBox="1"/>
          <p:nvPr/>
        </p:nvSpPr>
        <p:spPr>
          <a:xfrm>
            <a:off x="0" y="1631950"/>
            <a:ext cx="8915400" cy="3806825"/>
          </a:xfrm>
          <a:prstGeom prst="rect">
            <a:avLst/>
          </a:prstGeom>
          <a:noFill/>
          <a:ln w="9525">
            <a:noFill/>
          </a:ln>
        </p:spPr>
        <p:txBody>
          <a:bodyPr>
            <a:noAutofit/>
          </a:bodyPr>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Basic Concept of exception handling</a:t>
            </a:r>
            <a:endParaRPr lang="en-US" alt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Design issue </a:t>
            </a:r>
            <a:endParaRPr lang="en-US" alt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Exception Handler</a:t>
            </a:r>
            <a:endParaRPr lang="en-US" alt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Binding Exception to handler</a:t>
            </a:r>
            <a:endParaRPr lang="en-US" alt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Event Handling</a:t>
            </a:r>
            <a:endParaRPr lang="en-US" altLang="en-US" sz="2400" b="1"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Basic conecpt of Event handling</a:t>
            </a:r>
            <a:endParaRPr lang="en-US" altLang="en-US" sz="2400" b="1"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Event handling with programming language.</a:t>
            </a:r>
            <a:endParaRPr lang="en-US" altLang="en-US" sz="2400" b="1"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Comparison of Exception and Event handling.</a:t>
            </a:r>
            <a:endParaRPr lang="en-US" altLang="en-US" sz="2400" b="1" dirty="0">
              <a:latin typeface="Times New Roman" panose="02020603050405020304" pitchFamily="18" charset="0"/>
              <a:ea typeface="Times New Roman" panose="02020603050405020304" pitchFamily="18" charset="0"/>
            </a:endParaRPr>
          </a:p>
          <a:p>
            <a:pPr marL="342900" indent="-342900">
              <a:buFont typeface="Arial" panose="020B0604020202020204" pitchFamily="34" charset="0"/>
              <a:buChar char="•"/>
            </a:pPr>
            <a:r>
              <a:rPr lang="en-US" altLang="en-US" sz="2400" b="1" dirty="0">
                <a:latin typeface="Times New Roman" panose="02020603050405020304" pitchFamily="18" charset="0"/>
                <a:ea typeface="Times New Roman" panose="02020603050405020304" pitchFamily="18" charset="0"/>
              </a:rPr>
              <a:t>GUI Developement.</a:t>
            </a:r>
            <a:endParaRPr lang="en-US" altLang="en-US" sz="2400" b="1" dirty="0">
              <a:latin typeface="Times New Roman" panose="02020603050405020304" pitchFamily="18" charset="0"/>
              <a:ea typeface="Times New Roman" panose="02020603050405020304"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Basic Concept of exception handling</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sym typeface="+mn-ea"/>
              </a:rPr>
              <a:t>Exception is an event which will stop the normal flow of execution.To handle such exception must be handle by either hardware or software and that may require special processing.The special processing that may be required when an exception is detected is called exception handling.</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Basic Concept of exception handling</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Exception is an event which will stop the normal flow of execution.To handle such exception must be handle by either hardware or software and that may require special processing.The special processing that may be required when an exception is detected is called exception handling.</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Exception handling is a critical aspect of programming that deals with errors and unexpected events that can disrupt the normal flow of a program. It provides a structured way to manage these issues, ensuring that applications can respond gracefully to runtime errors without crashing.</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Basic Concept of exception handling</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Exception is an event which will stop the normal flow of execution.To handle such exception must be handle by either hardware or software and that may require special processing.The special processing that may be required when an exception is detected is called exception handling.</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sym typeface="+mn-ea"/>
              </a:rPr>
              <a:t>Exception handling is a critical aspect of programming that deals with errors and unexpected events that can disrupt the normal flow of a program. It provides a structured way to manage these issues, ensuring that applications can respond gracefully to runtime errors without crashing.</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This processing is done by a code unit or segment called an exception handler.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Exception Example: result=a/0;</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Basic Concept of exception handling</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Key components of exception handling include: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Try Block: Contains code that may throw an exception.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Basic Concept of exception handling</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Key components of exception handling include: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Try Block: Contains code that may throw an exception.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Catch Block (or Except Block): Contains code that handles the exception if one occurs.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Basic Concept of exception handling</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Key components of exception handling include: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Try Block: Contains code that may throw an exception.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Catch Block (or Except Block): Contains code that handles the exception if one occurs.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Finally Block: (Optional) Executes code after the try and catch blocks, regardless of whether an exception was thrown.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Basic Concept of exception handling</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Key components of exception handling include: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Try Block: Contains code that may throw an exception.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Catch Block (or Except Block): Contains code that handles the exception if one occurs.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Finally Block: (Optional) Executes code after the try and catch blocks, regardless of whether an exception was thrown.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Raise Statement: Used to trigger an exception explicitly.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Basic Concept of exception handling</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Example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divide_numbers(numerator, denominator):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 = numerator / denominator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  # Exception handler1</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print("Error: Cannot divide by zero.")</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TypeError:  # Exception handler2</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print("Error: Both numerator and denominator must be numbers.")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else: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print(f"The result is: {result}")  # This executes if no exceptions are raised</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finally: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print("Execution complete.")  # This always executes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Test cases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divide_numbers(10, 2)      # Normal case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divide_numbers(10, 0)      # Division by zero</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6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divide_numbers(10, "five") # Type error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an exception occurs (like a division by zero), it needs to be caught and managed appropriately. The challenge is that the same type of exception can arise from different parts of the code, and the way it’s handled might vary based on context.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an exception occurs (like a division by zero), it needs to be caught and managed appropriately. The challenge is that the same type of exception can arise from different parts of the code, and the way it’s handled might vary based on context.</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safe_divide(a, b):</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result1 = a / b  # Potential division by zero</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1:", result1)</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result2 = a / 0  # Another potential division by zero</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2:", result2)</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 as 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8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print("Caught a division by zero error!")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 this function, if the second division (result2 = a / 0) occurs, it raises a ZeroDivisionError. The handler (the except block) will catch this exception.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In this function, if the second division (result2 = a / 0) occurs, it raises a ZeroDivisionError. The handler (the except block) will catch this exception.</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However, what if we want to handle each division differently? For instance, we might want to log an error for the first division and provide a user-friendly message for the second division.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However, what if we want to handle each division differently? For instance, we might want to log an error for the first division and provide a user-friendly message for the second division.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safe_divide(a, b):</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result1 = a / b</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1:", result1)</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print("Error: Cannot divide by zero for Result 1!")</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result2 = a / 0  # Another potential division by zero</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2:", result2)</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print("Error: Cannot divide by zero for Result 2!")</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Another issue is how to manage exceptions when there is no local handler available.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Another issue is how to manage exceptions when there is no local handler available.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No Local Handler: When an exception occurs in a piece of code (like a function), and there is no exception handler defined within that same code block, the language must decide how to handle the situation. This involves determining whether to pass (or "propagate") the exception to a higher-level function or a different module.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Another issue is how to manage exceptions when there is no local handler available.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No Local Handler: When an exception occurs in a piece of code (like a function), and there is no exception handler defined within that same code block, the language must decide how to handle the situation. This involves determining whether to pass (or "propagate") the exception to a higher-level function or a different module.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Propagation: Allowing exceptions to propagate means a single handler could address exceptions from multiple units. However, this can require the handler to be more generic, which may not provide the specificity needed for effective error management.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divide(a, b):</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return a / b</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calculate():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 = divide(10, 0)  # This will raise a ZeroDivisionError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result)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print("Caught division by zero in calculate!")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calculate()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divide function does not have a local handler for ZeroDivisionError.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divide function does not have a local handler for ZeroDivisionError.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divide raises this exception, it propagates up to calculate, where it is caught and handled.</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divide function does not have a local handler for ZeroDivisionError.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divide raises this exception, it propagates up to calculate, where it is caught and handled.</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we write localhandler for each exception seperetly it will lead to code duplication.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50000"/>
              </a:lnSpc>
            </a:pP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lnSpc>
                <a:spcPct val="5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But propagation can handle exception in generic way.</a:t>
            </a:r>
            <a:b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b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handle_division_error(e):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print("General handler: Caught division by zero error!", 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calculate():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 = divide(10, 0)</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result)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 as 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handle_division_error(e)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calculate()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divide function does not have a local handler for ZeroDivisionError.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divide raises this exception, it propagates up to calculate, where it is caught and handled.</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we write localhandler for each exception seperetly it will lead to code duplication.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5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But propagation can handle exception in generic way.</a:t>
            </a:r>
            <a:b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b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handle_division_error(e):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print("General handler: Caught division by zero error!", 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calculate():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 = divide(10, 0)</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result)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 as 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handle_division_error(e)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calculate()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Design Issue</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divide function does not have a local handler for ZeroDivisionError.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divide raises this exception, it propagates up to calculate, where it is caught and handled.</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we write localhandler for each exception seperetly it will lead to code duplication.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50000"/>
              </a:lnSpc>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But propagation can handle exception in generic way.</a:t>
            </a:r>
            <a:b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b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handle_division_error(e):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print("General handler: Caught division by zero error!", 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def calculate():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try: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result = divide(10, 0)</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print("Result:", result)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except ZeroDivisionError as 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handle_division_error(e)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70000"/>
              </a:lnSpc>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calculate()</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Exception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In Ada, exception handlers are typically defined within the same block of code where the exception might be raised. This means that the handler is closely associated with the specific logic that can cause an error.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Exception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In Ada, exception handlers are typically defined within the same block of code where the exception might be raised. This means that the handler is closely associated with the specific logic that can cause an error.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structure of Ada exception handlers can be represented in Extended Backus-Naur Form (EBNF) as follows: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Exception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In Ada, exception handlers are typically defined within the same block of code where the exception might be raised. This means that the handler is closely associated with the specific logic that can cause an error.</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structure of Ada exception handlers can be represented in Extended Backus-Naur Form (EBNF) as follows: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structure of Ada exception handlers can be represented in Extended Backus-Naur Form (EBNF) as follows: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exception_choice { | exception_choice } =&gt; statement_sequence</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Exception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exception_choice: This is the condition used to determine which exception the handler will respond to. It can either specify a particular exception (exception_name) or use the reserved word others to handle any exceptions not explicitly named.</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Exception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exception_choice: This is the condition used to determine which exception the handler will respond to. It can either specify a particular exception (exception_name) or use the reserved word others to handle any exceptions not explicitly named.</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statement_sequence: This is the block of code that will execute if the exception specified in the exception_choice occurs.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Exception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exception_choice: This is the condition used to determine which exception the handler will respond to. It can either specify a particular exception (exception_name) or use the reserved word others to handle any exceptions not explicitly named.</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statement_sequence: This is the block of code that will execute if the exception specified in the exception_choice occurs.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Exception handlers are gathered together in an exception clause, which must be placed at the end of the block or unit. This structure helps in organizing exception handling in a clear and predictable manner.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Exception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begin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 the block or unit body</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exception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when exception_name1 =&gt;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 first handler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when exception_name2 =&gt;</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 second handler</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   -- other handlers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buNone/>
            </a:pPr>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end;</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Binding Exception to the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When a block of code (or unit) raises an exception and also includes a handler for that specific exception, the handler is said to be statically bound to that exception. This means that at compile time, the relationship between the exception and the handler is established.</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Binding Exception to the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a block of code (or unit) raises an exception and also includes a handler for that specific exception, the handler is said to be statically bound to that exception. This means that at compile time, the relationship between the exception and the handler is established.</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the handler for the respective error is not present in the local block then it is propagated further up the call chain to its caller. This process continues until:</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Binding Exception to the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a block of code (or unit) raises an exception and also includes a handler for that specific exception, the handler is said to be statically bound to that exception. This means that at compile time, the relationship between the exception and the handler is established.</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If the handler for the respective error is not present in the local block then it is propagated further up the call chain to its caller. This process continues until:</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The exception reaches the main procedure of the program, which is considered the root of all Ada programs.</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a:p>
            <a:pPr algn="just"/>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itle 1"/>
          <p:cNvSpPr>
            <a:spLocks noGrp="1"/>
          </p:cNvSpPr>
          <p:nvPr>
            <p:ph type="title"/>
          </p:nvPr>
        </p:nvSpPr>
        <p:spPr>
          <a:xfrm>
            <a:off x="0" y="0"/>
            <a:ext cx="9144000" cy="685800"/>
          </a:xfrm>
          <a:solidFill>
            <a:schemeClr val="bg1">
              <a:alpha val="100000"/>
            </a:schemeClr>
          </a:solidFill>
        </p:spPr>
        <p:txBody>
          <a:bodyPr vert="horz" wrap="square" lIns="91440" tIns="45720" rIns="91440" bIns="45720" anchor="b" anchorCtr="1"/>
          <a:p>
            <a:r>
              <a:rPr lang="en-US" altLang="en-US" sz="3200" b="1" dirty="0">
                <a:latin typeface="Times New Roman" panose="02020603050405020304" pitchFamily="18" charset="0"/>
                <a:cs typeface="Times New Roman" panose="02020603050405020304" pitchFamily="18" charset="0"/>
                <a:sym typeface="+mn-ea"/>
              </a:rPr>
              <a:t>Binding Exception to the handler</a:t>
            </a:r>
            <a:endParaRPr lang="en-US" altLang="en-US" sz="3200" b="1" dirty="0">
              <a:latin typeface="Times New Roman" panose="02020603050405020304" pitchFamily="18" charset="0"/>
              <a:cs typeface="Times New Roman" panose="02020603050405020304" pitchFamily="18" charset="0"/>
              <a:sym typeface="+mn-ea"/>
            </a:endParaRPr>
          </a:p>
        </p:txBody>
      </p:sp>
      <p:sp>
        <p:nvSpPr>
          <p:cNvPr id="7171" name="Content Placeholder 5"/>
          <p:cNvSpPr>
            <a:spLocks noGrp="1"/>
          </p:cNvSpPr>
          <p:nvPr>
            <p:ph idx="1"/>
          </p:nvPr>
        </p:nvSpPr>
        <p:spPr>
          <a:xfrm>
            <a:off x="457200" y="838200"/>
            <a:ext cx="8229600" cy="3886200"/>
          </a:xfrm>
        </p:spPr>
        <p:txBody>
          <a:bodyPr vert="horz" wrap="square" lIns="91440" tIns="45720" rIns="91440" bIns="45720" anchor="t" anchorCtr="0"/>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When a block of code (or unit) raises an exception and also includes a handler for that specific exception, the handler is said to be statically bound to that exception. This means that at compile time, the relationship between the exception and the handler is established.</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If the handler for the respective error is not present in the local block then it is propagated further up the call chain to its caller. This process continues until:</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dirty="0">
                <a:latin typeface="Times New Roman" panose="02020603050405020304" pitchFamily="18" charset="0"/>
                <a:ea typeface="Times New Roman" panose="02020603050405020304" pitchFamily="18" charset="0"/>
                <a:cs typeface="Times New Roman" panose="02020603050405020304" pitchFamily="18" charset="0"/>
              </a:rPr>
              <a:t>The exception reaches the main procedure of the program, which is considered the root of all Ada programs.</a:t>
            </a:r>
            <a:endParaRPr lang="en-US" alt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rPr>
              <a:t>If the exception is propagated all the way to the main procedure and no handler is found there either, the program terminates. This highlights the importance of defining proper exception handling at various levels in a program to prevent abnormal termination.</a:t>
            </a:r>
            <a:endParaRPr lang="en-US" altLang="en-US" sz="20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172" name="Slide Number Placeholder 3"/>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Title 1"/>
          <p:cNvSpPr>
            <a:spLocks noGrp="1"/>
          </p:cNvSpPr>
          <p:nvPr>
            <p:ph type="title"/>
          </p:nvPr>
        </p:nvSpPr>
        <p:spPr>
          <a:xfrm>
            <a:off x="0" y="0"/>
            <a:ext cx="9144000" cy="5638800"/>
          </a:xfrm>
          <a:solidFill>
            <a:schemeClr val="bg1">
              <a:alpha val="100000"/>
            </a:schemeClr>
          </a:solidFill>
        </p:spPr>
        <p:txBody>
          <a:bodyPr vert="horz" wrap="square" lIns="91440" tIns="45720" rIns="91440" bIns="45720" anchor="ctr" anchorCtr="0"/>
          <a:p>
            <a:r>
              <a:rPr sz="9600" b="1" dirty="0">
                <a:latin typeface="Times New Roman" panose="02020603050405020304" pitchFamily="18" charset="0"/>
                <a:cs typeface="Times New Roman" panose="02020603050405020304" pitchFamily="18" charset="0"/>
              </a:rPr>
              <a:t>   Thank You</a:t>
            </a:r>
            <a:endParaRPr sz="9600" b="1" dirty="0">
              <a:latin typeface="Times New Roman" panose="02020603050405020304" pitchFamily="18" charset="0"/>
              <a:ea typeface="Times New Roman" panose="02020603050405020304" pitchFamily="18" charset="0"/>
            </a:endParaRPr>
          </a:p>
        </p:txBody>
      </p:sp>
      <p:sp>
        <p:nvSpPr>
          <p:cNvPr id="82947" name="Content Placeholder 5"/>
          <p:cNvSpPr>
            <a:spLocks noGrp="1"/>
          </p:cNvSpPr>
          <p:nvPr>
            <p:ph idx="1"/>
          </p:nvPr>
        </p:nvSpPr>
        <p:spPr>
          <a:xfrm>
            <a:off x="304800" y="838200"/>
            <a:ext cx="8534400" cy="4419600"/>
          </a:xfrm>
        </p:spPr>
        <p:txBody>
          <a:bodyPr vert="horz" wrap="square" lIns="91440" tIns="45720" rIns="91440" bIns="45720" anchor="t" anchorCtr="0"/>
          <a:p>
            <a:pPr algn="just">
              <a:buFontTx/>
              <a:buNone/>
            </a:pPr>
            <a:endParaRPr sz="2000" dirty="0">
              <a:latin typeface="Times New Roman" panose="02020603050405020304" pitchFamily="18" charset="0"/>
              <a:cs typeface="Times New Roman" panose="02020603050405020304" pitchFamily="18" charset="0"/>
            </a:endParaRPr>
          </a:p>
          <a:p>
            <a:pPr algn="just">
              <a:buFontTx/>
              <a:buNone/>
            </a:pPr>
            <a:endParaRPr sz="2000" dirty="0">
              <a:latin typeface="Times New Roman" panose="02020603050405020304" pitchFamily="18" charset="0"/>
              <a:cs typeface="Calibri" panose="020F0502020204030204" pitchFamily="34" charset="0"/>
            </a:endParaRPr>
          </a:p>
          <a:p>
            <a:pPr algn="just">
              <a:buFontTx/>
              <a:buNone/>
            </a:pPr>
            <a:endParaRPr sz="2000" dirty="0">
              <a:latin typeface="Times New Roman" panose="02020603050405020304" pitchFamily="18" charset="0"/>
              <a:cs typeface="Calibri" panose="020F0502020204030204" pitchFamily="34" charset="0"/>
            </a:endParaRPr>
          </a:p>
          <a:p>
            <a:pPr algn="just">
              <a:buFontTx/>
              <a:buNone/>
            </a:pPr>
            <a:endParaRPr lang="en-US" altLang="en-US" sz="2400" dirty="0">
              <a:latin typeface="Times New Roman" panose="02020603050405020304" pitchFamily="18" charset="0"/>
              <a:ea typeface="Times New Roman" panose="02020603050405020304" pitchFamily="18" charset="0"/>
            </a:endParaRPr>
          </a:p>
        </p:txBody>
      </p:sp>
      <p:sp>
        <p:nvSpPr>
          <p:cNvPr id="82948" name="Slide Number Placeholder 4"/>
          <p:cNvSpPr txBox="1">
            <a:spLocks noGrp="1"/>
          </p:cNvSpPr>
          <p:nvPr>
            <p:ph type="sldNum" sz="quarter" idx="10"/>
          </p:nvPr>
        </p:nvSpPr>
        <p:spPr>
          <a:noFill/>
          <a:ln>
            <a:noFill/>
          </a:ln>
        </p:spPr>
        <p:txBody>
          <a:bodyPr anchor="ctr" anchorCtr="0"/>
          <a:lstStyle>
            <a:lvl1pPr marL="0" lvl="0" indent="0" algn="l" defTabSz="9144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mn-ea"/>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stStyle>
          <a:p>
            <a:pPr lvl="0" algn="r"/>
            <a:fld id="{9A0DB2DC-4C9A-4742-B13C-FB6460FD3503}" type="slidenum">
              <a:rPr lang="en-US" altLang="en-US" sz="1200" dirty="0">
                <a:solidFill>
                  <a:srgbClr val="898989"/>
                </a:solidFill>
              </a:rPr>
            </a:fld>
            <a:endParaRPr lang="en-US" altLang="en-US" sz="1200" dirty="0">
              <a:solidFill>
                <a:srgbClr val="898989"/>
              </a:solidFill>
            </a:endParaRPr>
          </a:p>
        </p:txBody>
      </p:sp>
    </p:spTree>
  </p:cSld>
  <p:clrMapOvr>
    <a:masterClrMapping/>
  </p:clrMapOvr>
</p:sld>
</file>

<file path=ppt/theme/theme1.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13745</Words>
  <Application>WPS Presentation</Application>
  <PresentationFormat>On-screen Show (4:3)</PresentationFormat>
  <Paragraphs>382</Paragraphs>
  <Slides>36</Slides>
  <Notes>1</Notes>
  <HiddenSlides>0</HiddenSlides>
  <MMClips>0</MMClips>
  <ScaleCrop>false</ScaleCrop>
  <HeadingPairs>
    <vt:vector size="6" baseType="variant">
      <vt:variant>
        <vt:lpstr>已用的字体</vt:lpstr>
      </vt:variant>
      <vt:variant>
        <vt:i4>7</vt:i4>
      </vt:variant>
      <vt:variant>
        <vt:lpstr>主题</vt:lpstr>
      </vt:variant>
      <vt:variant>
        <vt:i4>5</vt:i4>
      </vt:variant>
      <vt:variant>
        <vt:lpstr>幻灯片标题</vt:lpstr>
      </vt:variant>
      <vt:variant>
        <vt:i4>36</vt:i4>
      </vt:variant>
    </vt:vector>
  </HeadingPairs>
  <TitlesOfParts>
    <vt:vector size="48" baseType="lpstr">
      <vt:lpstr>Arial</vt:lpstr>
      <vt:lpstr>SimSun</vt:lpstr>
      <vt:lpstr>Wingdings</vt:lpstr>
      <vt:lpstr>Calibri</vt:lpstr>
      <vt:lpstr>Times New Roman</vt:lpstr>
      <vt:lpstr>Microsoft YaHei</vt:lpstr>
      <vt:lpstr>Arial Unicode MS</vt:lpstr>
      <vt:lpstr>2_Custom Design</vt:lpstr>
      <vt:lpstr>3_Custom Design</vt:lpstr>
      <vt:lpstr>1_Custom Design</vt:lpstr>
      <vt:lpstr>Custom Design</vt:lpstr>
      <vt:lpstr>4_Custom Design</vt:lpstr>
      <vt:lpstr>Exception Handling</vt:lpstr>
      <vt:lpstr>Basic Concept of exception handling</vt:lpstr>
      <vt:lpstr>Basic Concept of exception handling</vt:lpstr>
      <vt:lpstr>Basic Concept of exception handling</vt:lpstr>
      <vt:lpstr>Basic Concept of exception handling</vt:lpstr>
      <vt:lpstr>Basic Concept of exception handling</vt:lpstr>
      <vt:lpstr>Basic Concept of exception handling</vt:lpstr>
      <vt:lpstr>Basic Concept of exception handling</vt:lpstr>
      <vt:lpstr>Basic Concept of exception handling</vt:lpstr>
      <vt:lpstr>Design Issue</vt:lpstr>
      <vt:lpstr>Design Issue</vt:lpstr>
      <vt:lpstr>Design Issue</vt:lpstr>
      <vt:lpstr>Design Issue</vt:lpstr>
      <vt:lpstr>Design Issue</vt:lpstr>
      <vt:lpstr>Design Issue</vt:lpstr>
      <vt:lpstr>Design Issue</vt:lpstr>
      <vt:lpstr>Design Issue</vt:lpstr>
      <vt:lpstr>Design Issue</vt:lpstr>
      <vt:lpstr>Design Issue</vt:lpstr>
      <vt:lpstr>Design Issue</vt:lpstr>
      <vt:lpstr>Design Issue</vt:lpstr>
      <vt:lpstr>Design Issue</vt:lpstr>
      <vt:lpstr>Design Issue</vt:lpstr>
      <vt:lpstr>Design Issue</vt:lpstr>
      <vt:lpstr>Design Issue</vt:lpstr>
      <vt:lpstr>Exception handler</vt:lpstr>
      <vt:lpstr>Exception handler</vt:lpstr>
      <vt:lpstr>Exception handler</vt:lpstr>
      <vt:lpstr>Exception handler</vt:lpstr>
      <vt:lpstr>Exception handler</vt:lpstr>
      <vt:lpstr>Exception handler</vt:lpstr>
      <vt:lpstr>Exception handler</vt:lpstr>
      <vt:lpstr>Binding Exception to the handler</vt:lpstr>
      <vt:lpstr>Binding Exception to the handler</vt:lpstr>
      <vt:lpstr>Binding Exception to the handler</vt:lpstr>
      <vt:lpstr>   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MAYUR TAYDE</cp:lastModifiedBy>
  <cp:revision>1463</cp:revision>
  <dcterms:created xsi:type="dcterms:W3CDTF">2024-10-03T04:24:00Z</dcterms:created>
  <dcterms:modified xsi:type="dcterms:W3CDTF">2024-10-15T06:39:01Z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y fmtid="{D5CDD505-2E9C-101B-9397-08002B2CF9AE}" pid="3" name="ICV">
    <vt:lpwstr>4DACD35A4A13495199C4287798C107E1_12</vt:lpwstr>
  </property>
  <property fmtid="{D5CDD505-2E9C-101B-9397-08002B2CF9AE}" pid="4" name="KSOProductBuildVer">
    <vt:lpwstr>1033-12.2.0.18586</vt:lpwstr>
  </property>
</Properties>
</file>