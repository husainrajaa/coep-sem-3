
<file path=[Content_Types].xml><?xml version="1.0" encoding="utf-8"?>
<Types xmlns="http://schemas.openxmlformats.org/package/2006/content-types"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  <p:sldMasterId id="2147483684" r:id="rId5"/>
    <p:sldMasterId id="2147483687" r:id="rId6"/>
  </p:sldMasterIdLst>
  <p:notesMasterIdLst>
    <p:notesMasterId r:id="rId8"/>
  </p:notesMasterIdLst>
  <p:handoutMasterIdLst>
    <p:handoutMasterId r:id="rId34"/>
  </p:handoutMasterIdLst>
  <p:sldIdLst>
    <p:sldId id="286" r:id="rId7"/>
    <p:sldId id="628" r:id="rId9"/>
    <p:sldId id="694" r:id="rId10"/>
    <p:sldId id="693" r:id="rId11"/>
    <p:sldId id="692" r:id="rId12"/>
    <p:sldId id="708" r:id="rId13"/>
    <p:sldId id="695" r:id="rId14"/>
    <p:sldId id="709" r:id="rId15"/>
    <p:sldId id="710" r:id="rId16"/>
    <p:sldId id="696" r:id="rId17"/>
    <p:sldId id="699" r:id="rId18"/>
    <p:sldId id="698" r:id="rId19"/>
    <p:sldId id="697" r:id="rId20"/>
    <p:sldId id="711" r:id="rId21"/>
    <p:sldId id="713" r:id="rId22"/>
    <p:sldId id="714" r:id="rId23"/>
    <p:sldId id="715" r:id="rId24"/>
    <p:sldId id="716" r:id="rId25"/>
    <p:sldId id="717" r:id="rId26"/>
    <p:sldId id="718" r:id="rId27"/>
    <p:sldId id="719" r:id="rId28"/>
    <p:sldId id="720" r:id="rId29"/>
    <p:sldId id="721" r:id="rId30"/>
    <p:sldId id="722" r:id="rId31"/>
    <p:sldId id="723" r:id="rId32"/>
    <p:sldId id="532" r:id="rId33"/>
  </p:sldIdLst>
  <p:sldSz cx="9144000" cy="6858000" type="screen4x3"/>
  <p:notesSz cx="6858000" cy="9144000"/>
  <p:defaultTextStyle>
    <a:defPPr>
      <a:defRPr lang="en-US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6F4AA"/>
    <a:srgbClr val="0066FF"/>
    <a:srgbClr val="F96F07"/>
    <a:srgbClr val="F4220C"/>
    <a:srgbClr val="F94107"/>
    <a:srgbClr val="FC5D04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2500"/>
    <p:restoredTop sz="94624"/>
  </p:normalViewPr>
  <p:slideViewPr>
    <p:cSldViewPr showGuides="1">
      <p:cViewPr>
        <p:scale>
          <a:sx n="66" d="100"/>
          <a:sy n="66" d="100"/>
        </p:scale>
        <p:origin x="-1632" y="-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240" y="367512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2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7" Type="http://schemas.openxmlformats.org/officeDocument/2006/relationships/tableStyles" Target="tableStyles.xml"/><Relationship Id="rId36" Type="http://schemas.openxmlformats.org/officeDocument/2006/relationships/viewProps" Target="viewProps.xml"/><Relationship Id="rId35" Type="http://schemas.openxmlformats.org/officeDocument/2006/relationships/presProps" Target="presProps.xml"/><Relationship Id="rId34" Type="http://schemas.openxmlformats.org/officeDocument/2006/relationships/handoutMaster" Target="handoutMasters/handoutMaster1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0" Type="http://schemas.openxmlformats.org/officeDocument/2006/relationships/slide" Target="slides/slide13.xml"/><Relationship Id="rId2" Type="http://schemas.openxmlformats.org/officeDocument/2006/relationships/theme" Target="theme/theme1.xml"/><Relationship Id="rId19" Type="http://schemas.openxmlformats.org/officeDocument/2006/relationships/slide" Target="slides/slide12.xml"/><Relationship Id="rId18" Type="http://schemas.openxmlformats.org/officeDocument/2006/relationships/slide" Target="slides/slide11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74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 sz="1200">
                <a:latin typeface="Arial" panose="020B0604020202020204" pitchFamily="34" charset="0"/>
                <a:cs typeface="+mn-cs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4745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0" hangingPunct="0">
              <a:defRPr sz="1200">
                <a:latin typeface="Arial" panose="020B0604020202020204" pitchFamily="34" charset="0"/>
                <a:cs typeface="+mn-cs"/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323EEEE-8657-406A-8528-002B58624345}" type="datetimeFigureOut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4746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0" hangingPunct="0">
              <a:defRPr sz="1200">
                <a:latin typeface="Arial" panose="020B0604020202020204" pitchFamily="34" charset="0"/>
                <a:cs typeface="+mn-cs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/34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4746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>
              <a:buNone/>
            </a:pPr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7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latin typeface="Arial" panose="020B0604020202020204" pitchFamily="34" charset="0"/>
                <a:cs typeface="+mn-cs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latin typeface="Arial" panose="020B0604020202020204" pitchFamily="34" charset="0"/>
                <a:cs typeface="+mn-cs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83972" name="Rectangle 4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307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Click to edit Master text styles</a:t>
            </a: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Second level</a:t>
            </a: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Third level</a:t>
            </a: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Fourth level</a:t>
            </a: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Fifth level</a:t>
            </a: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07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latin typeface="Arial" panose="020B0604020202020204" pitchFamily="34" charset="0"/>
                <a:cs typeface="+mn-cs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/34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07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hangingPunct="1">
              <a:buNone/>
            </a:pPr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4994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4995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  <p:sp>
        <p:nvSpPr>
          <p:cNvPr id="84996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  <p:sp>
        <p:nvSpPr>
          <p:cNvPr id="5" name="Footer Placeholder 4"/>
          <p:cNvSpPr txBox="1">
            <a:spLocks noGrp="1"/>
          </p:cNvSpPr>
          <p:nvPr>
            <p:ph type="ftr" sz="quarter"/>
          </p:nvPr>
        </p:nvSpPr>
        <p:spPr bwMode="auto"/>
        <p:txBody>
          <a:bodyPr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/34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0" hangingPunct="0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 smtClean="0"/>
          </a:p>
          <a:p>
            <a:pPr lvl="3"/>
            <a:r>
              <a:rPr lang="en-US" dirty="0" smtClean="0"/>
              <a:t>Fourth level</a:t>
            </a:r>
            <a:endParaRPr lang="en-US" dirty="0" smtClean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0" hangingPunct="0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0" hangingPunct="0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0" hangingPunct="0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0" hangingPunct="0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0" hangingPunct="0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0" hangingPunct="0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0" hangingPunct="0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0" hangingPunct="0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0" hangingPunct="0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0" hangingPunct="0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0" hangingPunct="0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0" hangingPunct="0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0" hangingPunct="0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0" hangingPunct="0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0" hangingPunct="0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0" hangingPunct="0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0" hangingPunct="0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0" hangingPunct="0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0" hangingPunct="0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0" hangingPunct="0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0" hangingPunct="0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0" hangingPunct="0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0" hangingPunct="0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0" hangingPunct="0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0" hangingPunct="0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0" hangingPunct="0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0" hangingPunct="0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0" hangingPunct="0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0" hangingPunct="0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0" hangingPunct="0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0" hangingPunct="0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0" hangingPunct="0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0" hangingPunct="0">
              <a:buNone/>
            </a:pPr>
            <a:fld id="{9A0DB2DC-4C9A-4742-B13C-FB6460FD3503}" type="slidenum">
              <a:rPr lang="en-US" altLang="en-US" dirty="0">
                <a:latin typeface="Arial" panose="020B0604020202020204" pitchFamily="34" charset="0"/>
              </a:rPr>
            </a:fld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0" hangingPunct="0">
              <a:buNone/>
            </a:pPr>
            <a:fld id="{9A0DB2DC-4C9A-4742-B13C-FB6460FD3503}" type="slidenum">
              <a:rPr lang="en-US" altLang="en-US" dirty="0">
                <a:latin typeface="Arial" panose="020B0604020202020204" pitchFamily="34" charset="0"/>
              </a:rPr>
            </a:fld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0" hangingPunct="0">
              <a:buNone/>
            </a:pPr>
            <a:fld id="{9A0DB2DC-4C9A-4742-B13C-FB6460FD3503}" type="slidenum">
              <a:rPr lang="en-US" altLang="en-US" dirty="0">
                <a:latin typeface="Arial" panose="020B0604020202020204" pitchFamily="34" charset="0"/>
              </a:rPr>
            </a:fld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0" hangingPunct="0">
              <a:buNone/>
            </a:pPr>
            <a:fld id="{9A0DB2DC-4C9A-4742-B13C-FB6460FD3503}" type="slidenum">
              <a:rPr lang="en-US" altLang="en-US" dirty="0">
                <a:latin typeface="Arial" panose="020B0604020202020204" pitchFamily="34" charset="0"/>
              </a:rPr>
            </a:fld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2" Type="http://schemas.openxmlformats.org/officeDocument/2006/relationships/theme" Target="../theme/theme3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4" Type="http://schemas.openxmlformats.org/officeDocument/2006/relationships/theme" Target="../theme/theme4.xml"/><Relationship Id="rId3" Type="http://schemas.openxmlformats.org/officeDocument/2006/relationships/image" Target="../media/image1.emf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/Relationships>
</file>

<file path=ppt/slideMasters/_rels/slideMaster5.xml.rels><?xml version="1.0" encoding="UTF-8" standalone="yes"?>
<Relationships xmlns="http://schemas.openxmlformats.org/package/2006/relationships"><Relationship Id="rId4" Type="http://schemas.openxmlformats.org/officeDocument/2006/relationships/theme" Target="../theme/theme5.xml"/><Relationship Id="rId3" Type="http://schemas.openxmlformats.org/officeDocument/2006/relationships/image" Target="../media/image1.emf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white"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1026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dirty="0"/>
              <a:t>Click to edit Master title style</a:t>
            </a:r>
            <a:endParaRPr dirty="0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dirty="0"/>
              <a:t>Click to edit Master text styles</a:t>
            </a:r>
            <a:endParaRPr dirty="0"/>
          </a:p>
          <a:p>
            <a:pPr lvl="1"/>
            <a:r>
              <a:rPr dirty="0"/>
              <a:t>Second level</a:t>
            </a:r>
            <a:endParaRPr dirty="0"/>
          </a:p>
          <a:p>
            <a:pPr lvl="2"/>
            <a:r>
              <a:rPr dirty="0"/>
              <a:t>Third level</a:t>
            </a:r>
            <a:endParaRPr dirty="0"/>
          </a:p>
          <a:p>
            <a:pPr lvl="3"/>
            <a:r>
              <a:rPr dirty="0"/>
              <a:t>Fourth level</a:t>
            </a:r>
            <a:endParaRPr dirty="0"/>
          </a:p>
          <a:p>
            <a:pPr lvl="4"/>
            <a:r>
              <a:rPr dirty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0" hangingPunct="0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0" hangingPunct="0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 lvl="0" eaLnBrk="0" hangingPunct="0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white"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050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dirty="0"/>
              <a:t>Click to edit Master title style</a:t>
            </a:r>
            <a:endParaRPr dirty="0"/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dirty="0"/>
              <a:t>Click to edit Master text styles</a:t>
            </a:r>
            <a:endParaRPr dirty="0"/>
          </a:p>
          <a:p>
            <a:pPr lvl="1"/>
            <a:r>
              <a:rPr dirty="0"/>
              <a:t>Second level</a:t>
            </a:r>
            <a:endParaRPr dirty="0"/>
          </a:p>
          <a:p>
            <a:pPr lvl="2"/>
            <a:r>
              <a:rPr dirty="0"/>
              <a:t>Third level</a:t>
            </a:r>
            <a:endParaRPr dirty="0"/>
          </a:p>
          <a:p>
            <a:pPr lvl="3"/>
            <a:r>
              <a:rPr dirty="0"/>
              <a:t>Fourth level</a:t>
            </a:r>
            <a:endParaRPr dirty="0"/>
          </a:p>
          <a:p>
            <a:pPr lvl="4"/>
            <a:r>
              <a:rPr dirty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0" hangingPunct="0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0" hangingPunct="0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 lvl="0" eaLnBrk="0" hangingPunct="0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white"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3074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dirty="0"/>
              <a:t>Click to edit Master title style</a:t>
            </a:r>
            <a:endParaRPr dirty="0"/>
          </a:p>
        </p:txBody>
      </p:sp>
      <p:sp>
        <p:nvSpPr>
          <p:cNvPr id="3075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dirty="0"/>
              <a:t>Click to edit Master text styles</a:t>
            </a:r>
            <a:endParaRPr dirty="0"/>
          </a:p>
          <a:p>
            <a:pPr lvl="1"/>
            <a:r>
              <a:rPr dirty="0"/>
              <a:t>Second level</a:t>
            </a:r>
            <a:endParaRPr dirty="0"/>
          </a:p>
          <a:p>
            <a:pPr lvl="2"/>
            <a:r>
              <a:rPr dirty="0"/>
              <a:t>Third level</a:t>
            </a:r>
            <a:endParaRPr dirty="0"/>
          </a:p>
          <a:p>
            <a:pPr lvl="3"/>
            <a:r>
              <a:rPr dirty="0"/>
              <a:t>Fourth level</a:t>
            </a:r>
            <a:endParaRPr dirty="0"/>
          </a:p>
          <a:p>
            <a:pPr lvl="4"/>
            <a:r>
              <a:rPr dirty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0" hangingPunct="0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0" hangingPunct="0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 lvl="0" eaLnBrk="0" hangingPunct="0">
              <a:buNone/>
            </a:pPr>
            <a:fld id="{9A0DB2DC-4C9A-4742-B13C-FB6460FD3503}" type="slidenum">
              <a:rPr lang="en-US" dirty="0">
                <a:latin typeface="Arial" panose="020B0604020202020204" pitchFamily="34" charset="0"/>
              </a:rPr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098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en-US" dirty="0"/>
              <a:t>Click to edit Master title style</a:t>
            </a:r>
            <a:endParaRPr lang="en-US" altLang="en-US" dirty="0"/>
          </a:p>
        </p:txBody>
      </p:sp>
      <p:sp>
        <p:nvSpPr>
          <p:cNvPr id="4099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39624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en-US" dirty="0"/>
              <a:t>Click to edit Master text styles</a:t>
            </a:r>
            <a:endParaRPr lang="en-US" altLang="en-US" dirty="0"/>
          </a:p>
          <a:p>
            <a:pPr lvl="1"/>
            <a:r>
              <a:rPr lang="en-US" altLang="en-US" dirty="0"/>
              <a:t>Second level</a:t>
            </a:r>
            <a:endParaRPr lang="en-US" altLang="en-US" dirty="0"/>
          </a:p>
          <a:p>
            <a:pPr lvl="2"/>
            <a:r>
              <a:rPr lang="en-US" altLang="en-US" dirty="0"/>
              <a:t>Third level</a:t>
            </a:r>
            <a:endParaRPr lang="en-US" altLang="en-US" dirty="0"/>
          </a:p>
          <a:p>
            <a:pPr lvl="3"/>
            <a:r>
              <a:rPr lang="en-US" altLang="en-US" dirty="0"/>
              <a:t>Fourth level</a:t>
            </a:r>
            <a:endParaRPr lang="en-US" altLang="en-US" dirty="0"/>
          </a:p>
          <a:p>
            <a:pPr lvl="4"/>
            <a:r>
              <a:rPr lang="en-US" altLang="en-US" dirty="0"/>
              <a:t>Fifth level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86600" y="6356350"/>
            <a:ext cx="1600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 lvl="0" eaLnBrk="0" hangingPunct="0">
              <a:buNone/>
            </a:pPr>
            <a:fld id="{9A0DB2DC-4C9A-4742-B13C-FB6460FD3503}" type="slidenum">
              <a:rPr lang="en-US" altLang="en-US" dirty="0">
                <a:latin typeface="Arial" panose="020B0604020202020204" pitchFamily="34" charset="0"/>
              </a:rPr>
            </a:fld>
            <a:endParaRPr lang="en-US" altLang="en-US" dirty="0">
              <a:latin typeface="Arial" panose="020B0604020202020204" pitchFamily="34" charset="0"/>
            </a:endParaRPr>
          </a:p>
        </p:txBody>
      </p:sp>
      <p:pic>
        <p:nvPicPr>
          <p:cNvPr id="4101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816600"/>
            <a:ext cx="1066800" cy="1066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4" name="Rectangle 3"/>
          <p:cNvSpPr>
            <a:spLocks noChangeArrowheads="1"/>
          </p:cNvSpPr>
          <p:nvPr/>
        </p:nvSpPr>
        <p:spPr bwMode="auto">
          <a:xfrm>
            <a:off x="0" y="5638800"/>
            <a:ext cx="9144000" cy="152400"/>
          </a:xfrm>
          <a:prstGeom prst="rect">
            <a:avLst/>
          </a:prstGeom>
          <a:solidFill>
            <a:srgbClr val="00006C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055" name="Rectangle 6"/>
          <p:cNvSpPr>
            <a:spLocks noChangeArrowheads="1"/>
          </p:cNvSpPr>
          <p:nvPr/>
        </p:nvSpPr>
        <p:spPr bwMode="auto">
          <a:xfrm>
            <a:off x="1143000" y="5867400"/>
            <a:ext cx="7694613" cy="11287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Department of Computer Engineering and Information Technology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C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College of Engineering Pune (COEP) 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C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6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Forerunners in Technical Education 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0006C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                                     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C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098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en-US" dirty="0"/>
              <a:t>Click to edit Master title style</a:t>
            </a:r>
            <a:endParaRPr lang="en-US" altLang="en-US" dirty="0"/>
          </a:p>
        </p:txBody>
      </p:sp>
      <p:sp>
        <p:nvSpPr>
          <p:cNvPr id="4099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39624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en-US" dirty="0"/>
              <a:t>Click to edit Master text styles</a:t>
            </a:r>
            <a:endParaRPr lang="en-US" altLang="en-US" dirty="0"/>
          </a:p>
          <a:p>
            <a:pPr lvl="1"/>
            <a:r>
              <a:rPr lang="en-US" altLang="en-US" dirty="0"/>
              <a:t>Second level</a:t>
            </a:r>
            <a:endParaRPr lang="en-US" altLang="en-US" dirty="0"/>
          </a:p>
          <a:p>
            <a:pPr lvl="2"/>
            <a:r>
              <a:rPr lang="en-US" altLang="en-US" dirty="0"/>
              <a:t>Third level</a:t>
            </a:r>
            <a:endParaRPr lang="en-US" altLang="en-US" dirty="0"/>
          </a:p>
          <a:p>
            <a:pPr lvl="3"/>
            <a:r>
              <a:rPr lang="en-US" altLang="en-US" dirty="0"/>
              <a:t>Fourth level</a:t>
            </a:r>
            <a:endParaRPr lang="en-US" altLang="en-US" dirty="0"/>
          </a:p>
          <a:p>
            <a:pPr lvl="4"/>
            <a:r>
              <a:rPr lang="en-US" altLang="en-US" dirty="0"/>
              <a:t>Fifth level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86600" y="6356350"/>
            <a:ext cx="1600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 lvl="0" eaLnBrk="0" hangingPunct="0">
              <a:buNone/>
            </a:pPr>
            <a:fld id="{9A0DB2DC-4C9A-4742-B13C-FB6460FD3503}" type="slidenum">
              <a:rPr lang="en-US" altLang="en-US" dirty="0">
                <a:latin typeface="Arial" panose="020B0604020202020204" pitchFamily="34" charset="0"/>
              </a:rPr>
            </a:fld>
            <a:endParaRPr lang="en-US" altLang="en-US" dirty="0">
              <a:latin typeface="Arial" panose="020B0604020202020204" pitchFamily="34" charset="0"/>
            </a:endParaRPr>
          </a:p>
        </p:txBody>
      </p:sp>
      <p:pic>
        <p:nvPicPr>
          <p:cNvPr id="4101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816600"/>
            <a:ext cx="1066800" cy="1066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4" name="Rectangle 3"/>
          <p:cNvSpPr>
            <a:spLocks noChangeArrowheads="1"/>
          </p:cNvSpPr>
          <p:nvPr/>
        </p:nvSpPr>
        <p:spPr bwMode="auto">
          <a:xfrm>
            <a:off x="0" y="5638800"/>
            <a:ext cx="9144000" cy="152400"/>
          </a:xfrm>
          <a:prstGeom prst="rect">
            <a:avLst/>
          </a:prstGeom>
          <a:solidFill>
            <a:srgbClr val="00006C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055" name="Rectangle 6"/>
          <p:cNvSpPr>
            <a:spLocks noChangeArrowheads="1"/>
          </p:cNvSpPr>
          <p:nvPr/>
        </p:nvSpPr>
        <p:spPr bwMode="auto">
          <a:xfrm>
            <a:off x="1143000" y="5867400"/>
            <a:ext cx="7694613" cy="11287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Department of Computer Engineering and Information Technology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C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College of Engineering Pune (COEP) 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C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6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Forerunners in Technical Education 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0006C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6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                                     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6C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5.xml"/><Relationship Id="rId1" Type="http://schemas.openxmlformats.org/officeDocument/2006/relationships/image" Target="../media/image1.em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146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818188"/>
            <a:ext cx="1066800" cy="1066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147" name="Rectangle 3"/>
          <p:cNvSpPr/>
          <p:nvPr/>
        </p:nvSpPr>
        <p:spPr>
          <a:xfrm>
            <a:off x="0" y="5638800"/>
            <a:ext cx="9144000" cy="152400"/>
          </a:xfrm>
          <a:prstGeom prst="rect">
            <a:avLst/>
          </a:prstGeom>
          <a:solidFill>
            <a:srgbClr val="00006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eaLnBrk="0" hangingPunct="0"/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6148" name="Rectangle 8"/>
          <p:cNvSpPr/>
          <p:nvPr/>
        </p:nvSpPr>
        <p:spPr>
          <a:xfrm>
            <a:off x="304800" y="1631950"/>
            <a:ext cx="81534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en-US" sz="3200" dirty="0">
                <a:latin typeface="Arial" panose="020B0604020202020204" pitchFamily="34" charset="0"/>
              </a:rPr>
              <a:t>  </a:t>
            </a:r>
            <a:endParaRPr lang="en-US" altLang="en-US" sz="3200" dirty="0">
              <a:solidFill>
                <a:srgbClr val="800000"/>
              </a:solidFill>
              <a:latin typeface="Arial" panose="020B0604020202020204" pitchFamily="34" charset="0"/>
            </a:endParaRPr>
          </a:p>
        </p:txBody>
      </p:sp>
      <p:sp>
        <p:nvSpPr>
          <p:cNvPr id="6149" name="Text Box 11"/>
          <p:cNvSpPr txBox="1"/>
          <p:nvPr/>
        </p:nvSpPr>
        <p:spPr>
          <a:xfrm>
            <a:off x="228600" y="1981200"/>
            <a:ext cx="7543800" cy="32924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0" hangingPunct="0">
              <a:spcBef>
                <a:spcPct val="50000"/>
              </a:spcBef>
            </a:pPr>
            <a:endParaRPr lang="en-US" altLang="en-US" sz="2000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en-US" altLang="en-US" sz="1600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en-US" altLang="en-US" sz="4000" b="1" dirty="0">
              <a:solidFill>
                <a:srgbClr val="0000FF"/>
              </a:solidFill>
              <a:latin typeface="Arial" panose="020B0604020202020204" pitchFamily="34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sv-SE" altLang="en-US" sz="36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sv-SE" altLang="en-US" sz="2400" b="1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sv-SE" altLang="en-US" sz="2400" b="1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endParaRPr lang="sv-SE" altLang="en-US" sz="2400" b="1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hangingPunct="0">
              <a:buClr>
                <a:srgbClr val="0BD0D9"/>
              </a:buClr>
              <a:buSzPct val="95000"/>
            </a:pPr>
            <a:r>
              <a:rPr lang="sv-SE" altLang="en-US" sz="2400" b="1" dirty="0">
                <a:solidFill>
                  <a:srgbClr val="8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	</a:t>
            </a:r>
            <a:endParaRPr lang="sv-SE" altLang="en-US" sz="2400" b="1" dirty="0">
              <a:solidFill>
                <a:srgbClr val="8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151" name="Title 6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470025"/>
          </a:xfrm>
          <a:solidFill>
            <a:schemeClr val="bg2"/>
          </a:solidFill>
        </p:spPr>
        <p:txBody>
          <a:bodyPr vert="horz" wrap="square" lIns="91440" tIns="45720" rIns="91440" bIns="45720" numCol="1" anchor="ctr" anchorCtr="1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b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</a:br>
            <a:r>
              <a:rPr kumimoji="0" lang="en-US" alt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Statement-Level Control Structures Subprograms </a:t>
            </a:r>
            <a:br>
              <a:rPr kumimoji="0" lang="en-US" alt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b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" name="Subtitle 7"/>
          <p:cNvSpPr>
            <a:spLocks noGrp="1"/>
          </p:cNvSpPr>
          <p:nvPr>
            <p:ph type="subTitle" idx="1"/>
          </p:nvPr>
        </p:nvSpPr>
        <p:spPr>
          <a:xfrm>
            <a:off x="1600200" y="1600200"/>
            <a:ext cx="6400800" cy="1828800"/>
          </a:xfrm>
        </p:spPr>
        <p:txBody>
          <a:bodyPr vert="horz" wrap="square" lIns="91440" tIns="45720" rIns="91440" bIns="45720" anchor="t" anchorCtr="0"/>
          <a:p>
            <a:pPr>
              <a:buClrTx/>
              <a:buSzTx/>
            </a:pPr>
            <a:r>
              <a:rPr lang="en-US" altLang="en-US" sz="24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Overview</a:t>
            </a:r>
            <a:endParaRPr lang="en-US" altLang="en-US" sz="2400" b="1" kern="1200" dirty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buClrTx/>
              <a:buSzTx/>
            </a:pPr>
            <a:endParaRPr lang="en-US" altLang="en-US" sz="2400" b="1" kern="1200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</p:txBody>
      </p:sp>
      <p:sp>
        <p:nvSpPr>
          <p:cNvPr id="6152" name="TextBox 7"/>
          <p:cNvSpPr txBox="1"/>
          <p:nvPr/>
        </p:nvSpPr>
        <p:spPr>
          <a:xfrm>
            <a:off x="0" y="2286000"/>
            <a:ext cx="8915400" cy="19383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Fundamentals of subprogram</a:t>
            </a:r>
            <a:endPara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issue for subprogram</a:t>
            </a:r>
            <a:endPara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referencing environment</a:t>
            </a:r>
            <a:endPara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 Passing method</a:t>
            </a:r>
            <a:endParaRPr lang="en-US" altLang="en-US" sz="24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"/>
          </a:xfrm>
          <a:solidFill>
            <a:schemeClr val="bg1">
              <a:alpha val="100000"/>
            </a:schemeClr>
          </a:solidFill>
        </p:spPr>
        <p:txBody>
          <a:bodyPr vert="horz" wrap="square" lIns="91440" tIns="45720" rIns="91440" bIns="45720" anchor="b" anchorCtr="1"/>
          <a:p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Local Referencing Environments </a:t>
            </a:r>
            <a:endParaRPr lang="en-US" altLang="en-US" sz="32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171" name="Content Placeholder 5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3886200"/>
          </a:xfrm>
        </p:spPr>
        <p:txBody>
          <a:bodyPr vert="horz" wrap="square" lIns="91440" tIns="45720" rIns="91440" bIns="45720" anchor="t" anchorCtr="0"/>
          <a:p>
            <a:pPr marL="457200" indent="-457200" algn="just">
              <a:buFont typeface="+mj-lt"/>
              <a:buAutoNum type="arabicPeriod"/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Local Variable.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Subprograms can define their own variables, thereby defining local referencing environments.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72" name="Slide Number Placeholder 3"/>
          <p:cNvSpPr txBox="1">
            <a:spLocks noGrp="1"/>
          </p:cNvSpPr>
          <p:nvPr>
            <p:ph type="sldNum" sz="quarter" idx="10"/>
          </p:nvPr>
        </p:nvSpPr>
        <p:spPr>
          <a:noFill/>
          <a:ln>
            <a:noFill/>
          </a:ln>
        </p:spPr>
        <p:txBody>
          <a:bodyPr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en-US" sz="1200" dirty="0">
                <a:solidFill>
                  <a:srgbClr val="898989"/>
                </a:solidFill>
              </a:rPr>
            </a:fld>
            <a:endParaRPr lang="en-US" altLang="en-US" sz="1200" dirty="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"/>
          </a:xfrm>
          <a:solidFill>
            <a:schemeClr val="bg1">
              <a:alpha val="100000"/>
            </a:schemeClr>
          </a:solidFill>
        </p:spPr>
        <p:txBody>
          <a:bodyPr vert="horz" wrap="square" lIns="91440" tIns="45720" rIns="91440" bIns="45720" anchor="b" anchorCtr="1"/>
          <a:p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Local Referencing Environments </a:t>
            </a:r>
            <a:endParaRPr lang="en-US" altLang="en-US" sz="32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171" name="Content Placeholder 5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3886200"/>
          </a:xfrm>
        </p:spPr>
        <p:txBody>
          <a:bodyPr vert="horz" wrap="square" lIns="91440" tIns="45720" rIns="91440" bIns="45720" anchor="t" anchorCtr="0"/>
          <a:p>
            <a:pPr marL="457200" indent="-457200" algn="just">
              <a:buFont typeface="+mj-lt"/>
              <a:buAutoNum type="arabicPeriod"/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Local Variable.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Subprograms can define their own variables, thereby defining local referencing environments.</a:t>
            </a:r>
            <a:endParaRPr lang="en-US" altLang="en-US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Variables that are defined inside subprograms are called local variables, because their scope is usually the body of the subprogram in which they are defined.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72" name="Slide Number Placeholder 3"/>
          <p:cNvSpPr txBox="1">
            <a:spLocks noGrp="1"/>
          </p:cNvSpPr>
          <p:nvPr>
            <p:ph type="sldNum" sz="quarter" idx="10"/>
          </p:nvPr>
        </p:nvSpPr>
        <p:spPr>
          <a:noFill/>
          <a:ln>
            <a:noFill/>
          </a:ln>
        </p:spPr>
        <p:txBody>
          <a:bodyPr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en-US" sz="1200" dirty="0">
                <a:solidFill>
                  <a:srgbClr val="898989"/>
                </a:solidFill>
              </a:rPr>
            </a:fld>
            <a:endParaRPr lang="en-US" altLang="en-US" sz="1200" dirty="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"/>
          </a:xfrm>
          <a:solidFill>
            <a:schemeClr val="bg1">
              <a:alpha val="100000"/>
            </a:schemeClr>
          </a:solidFill>
        </p:spPr>
        <p:txBody>
          <a:bodyPr vert="horz" wrap="square" lIns="91440" tIns="45720" rIns="91440" bIns="45720" anchor="b" anchorCtr="1"/>
          <a:p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Local Referencing Environments </a:t>
            </a:r>
            <a:endParaRPr lang="en-US" altLang="en-US" sz="32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171" name="Content Placeholder 5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3886200"/>
          </a:xfrm>
        </p:spPr>
        <p:txBody>
          <a:bodyPr vert="horz" wrap="square" lIns="91440" tIns="45720" rIns="91440" bIns="45720" anchor="t" anchorCtr="0"/>
          <a:p>
            <a:pPr marL="457200" indent="-457200" algn="just">
              <a:buFont typeface="+mj-lt"/>
              <a:buAutoNum type="arabicPeriod"/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Local Variable.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Subprograms can define their own variables, thereby defining local referencing environments.</a:t>
            </a:r>
            <a:endParaRPr lang="en-US" altLang="en-US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Variables that are defined inside subprograms are called local variables, because their scope is usually the body of the subprogram in which they are defined.</a:t>
            </a:r>
            <a:endParaRPr lang="en-US" altLang="en-US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local variables can be either static or stack dynamic(AUTO).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72" name="Slide Number Placeholder 3"/>
          <p:cNvSpPr txBox="1">
            <a:spLocks noGrp="1"/>
          </p:cNvSpPr>
          <p:nvPr>
            <p:ph type="sldNum" sz="quarter" idx="10"/>
          </p:nvPr>
        </p:nvSpPr>
        <p:spPr>
          <a:noFill/>
          <a:ln>
            <a:noFill/>
          </a:ln>
        </p:spPr>
        <p:txBody>
          <a:bodyPr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en-US" sz="1200" dirty="0">
                <a:solidFill>
                  <a:srgbClr val="898989"/>
                </a:solidFill>
              </a:rPr>
            </a:fld>
            <a:endParaRPr lang="en-US" altLang="en-US" sz="1200" dirty="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"/>
          </a:xfrm>
          <a:solidFill>
            <a:schemeClr val="bg1">
              <a:alpha val="100000"/>
            </a:schemeClr>
          </a:solidFill>
        </p:spPr>
        <p:txBody>
          <a:bodyPr vert="horz" wrap="square" lIns="91440" tIns="45720" rIns="91440" bIns="45720" anchor="b" anchorCtr="1"/>
          <a:p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Local Referencing Environments </a:t>
            </a:r>
            <a:endParaRPr lang="en-US" altLang="en-US" sz="32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171" name="Content Placeholder 5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3886200"/>
          </a:xfrm>
        </p:spPr>
        <p:txBody>
          <a:bodyPr vert="horz" wrap="square" lIns="91440" tIns="45720" rIns="91440" bIns="45720" anchor="t" anchorCtr="0"/>
          <a:p>
            <a:pPr marL="457200" indent="-457200" algn="just">
              <a:buFont typeface="+mj-lt"/>
              <a:buAutoNum type="arabicPeriod"/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Local Variable.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Subprograms can define their own variables, thereby defining local referencing environments.</a:t>
            </a:r>
            <a:endParaRPr lang="en-US" altLang="en-US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Variables that are defined inside subprograms are called local variables, because their scope is usually the body of the subprogram in which they are defined.</a:t>
            </a:r>
            <a:endParaRPr lang="en-US" altLang="en-US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local variables can be either static or stack dynamic(AUTO).</a:t>
            </a:r>
            <a:endParaRPr lang="en-US" altLang="en-US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 is essential that recursive subprograms have stack-dynamic local variables.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72" name="Slide Number Placeholder 3"/>
          <p:cNvSpPr txBox="1">
            <a:spLocks noGrp="1"/>
          </p:cNvSpPr>
          <p:nvPr>
            <p:ph type="sldNum" sz="quarter" idx="10"/>
          </p:nvPr>
        </p:nvSpPr>
        <p:spPr>
          <a:noFill/>
          <a:ln>
            <a:noFill/>
          </a:ln>
        </p:spPr>
        <p:txBody>
          <a:bodyPr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en-US" sz="1200" dirty="0">
                <a:solidFill>
                  <a:srgbClr val="898989"/>
                </a:solidFill>
              </a:rPr>
            </a:fld>
            <a:endParaRPr lang="en-US" altLang="en-US" sz="1200" dirty="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"/>
          </a:xfrm>
          <a:solidFill>
            <a:schemeClr val="bg1">
              <a:alpha val="100000"/>
            </a:schemeClr>
          </a:solidFill>
        </p:spPr>
        <p:txBody>
          <a:bodyPr vert="horz" wrap="square" lIns="91440" tIns="45720" rIns="91440" bIns="45720" anchor="b" anchorCtr="1"/>
          <a:p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Local Referencing Environments </a:t>
            </a:r>
            <a:endParaRPr lang="en-US" altLang="en-US" sz="32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171" name="Content Placeholder 5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3886200"/>
          </a:xfrm>
        </p:spPr>
        <p:txBody>
          <a:bodyPr vert="horz" wrap="square" lIns="91440" tIns="45720" rIns="91440" bIns="45720" anchor="t" anchorCtr="0"/>
          <a:p>
            <a:pPr marL="457200" indent="-457200" algn="just">
              <a:buFont typeface="+mj-lt"/>
              <a:buAutoNum type="arabicPeriod"/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Local Variable.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Subprograms can define their own variables, thereby defining local referencing environments.</a:t>
            </a:r>
            <a:endParaRPr lang="en-US" altLang="en-US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Variables that are defined inside subprograms are called local variables, because their scope is usually the body of the subprogram in which they are defined.</a:t>
            </a:r>
            <a:endParaRPr lang="en-US" altLang="en-US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local variables can be either static or stack dynamic(AUTO).</a:t>
            </a:r>
            <a:endParaRPr lang="en-US" altLang="en-US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It is essential that recursive subprograms have stack-dynamic local variables.</a:t>
            </a:r>
            <a:endParaRPr lang="en-US" altLang="en-US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 local variables are stack dynamic, they are bound to storage Subprograms when the subprogram begins execution and are unbound from storage when that execution terminates.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72" name="Slide Number Placeholder 3"/>
          <p:cNvSpPr txBox="1">
            <a:spLocks noGrp="1"/>
          </p:cNvSpPr>
          <p:nvPr>
            <p:ph type="sldNum" sz="quarter" idx="10"/>
          </p:nvPr>
        </p:nvSpPr>
        <p:spPr>
          <a:noFill/>
          <a:ln>
            <a:noFill/>
          </a:ln>
        </p:spPr>
        <p:txBody>
          <a:bodyPr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en-US" sz="1200" dirty="0">
                <a:solidFill>
                  <a:srgbClr val="898989"/>
                </a:solidFill>
              </a:rPr>
            </a:fld>
            <a:endParaRPr lang="en-US" altLang="en-US" sz="1200" dirty="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"/>
          </a:xfrm>
          <a:solidFill>
            <a:schemeClr val="bg1">
              <a:alpha val="100000"/>
            </a:schemeClr>
          </a:solidFill>
        </p:spPr>
        <p:txBody>
          <a:bodyPr vert="horz" wrap="square" lIns="91440" tIns="45720" rIns="91440" bIns="45720" anchor="b" anchorCtr="1"/>
          <a:p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Local Referencing Environments </a:t>
            </a:r>
            <a:endParaRPr lang="en-US" altLang="en-US" sz="32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171" name="Content Placeholder 5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3886200"/>
          </a:xfrm>
        </p:spPr>
        <p:txBody>
          <a:bodyPr vert="horz" wrap="square" lIns="91440" tIns="45720" rIns="91440" bIns="45720" anchor="t" anchorCtr="0"/>
          <a:p>
            <a:pPr marL="457200" indent="-457200" algn="just">
              <a:buFont typeface="+mj-lt"/>
              <a:buAutoNum type="arabicPeriod"/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Local Variable.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60000"/>
              </a:lnSpc>
              <a:buNone/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#include&lt;stdio.h&gt;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60000"/>
              </a:lnSpc>
              <a:buNone/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 factorial(int n)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60000"/>
              </a:lnSpc>
              <a:buNone/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60000"/>
              </a:lnSpc>
              <a:buNone/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if (n == 0)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60000"/>
              </a:lnSpc>
              <a:buNone/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60000"/>
              </a:lnSpc>
              <a:buNone/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return 1;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60000"/>
              </a:lnSpc>
              <a:buNone/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60000"/>
              </a:lnSpc>
              <a:buNone/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return n * factorial(n - 1);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60000"/>
              </a:lnSpc>
              <a:buNone/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60000"/>
              </a:lnSpc>
              <a:buNone/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void main()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60000"/>
              </a:lnSpc>
              <a:buNone/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60000"/>
              </a:lnSpc>
              <a:buNone/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factorial(5);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60000"/>
              </a:lnSpc>
              <a:buNone/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printf("%d",</a:t>
            </a: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factorial(5)</a:t>
            </a: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);## Output 120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60000"/>
              </a:lnSpc>
              <a:buNone/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printf("%d",</a:t>
            </a: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factorial(3)</a:t>
            </a: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);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60000"/>
              </a:lnSpc>
              <a:buNone/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50000"/>
              </a:lnSpc>
              <a:buNone/>
            </a:pP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72" name="Slide Number Placeholder 3"/>
          <p:cNvSpPr txBox="1">
            <a:spLocks noGrp="1"/>
          </p:cNvSpPr>
          <p:nvPr>
            <p:ph type="sldNum" sz="quarter" idx="10"/>
          </p:nvPr>
        </p:nvSpPr>
        <p:spPr>
          <a:noFill/>
          <a:ln>
            <a:noFill/>
          </a:ln>
        </p:spPr>
        <p:txBody>
          <a:bodyPr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en-US" sz="1200" dirty="0">
                <a:solidFill>
                  <a:srgbClr val="898989"/>
                </a:solidFill>
              </a:rPr>
            </a:fld>
            <a:endParaRPr lang="en-US" altLang="en-US" sz="1200" dirty="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"/>
          </a:xfrm>
          <a:solidFill>
            <a:schemeClr val="bg1">
              <a:alpha val="100000"/>
            </a:schemeClr>
          </a:solidFill>
        </p:spPr>
        <p:txBody>
          <a:bodyPr vert="horz" wrap="square" lIns="91440" tIns="45720" rIns="91440" bIns="45720" anchor="b" anchorCtr="1"/>
          <a:p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Local Referencing Environments </a:t>
            </a:r>
            <a:endParaRPr lang="en-US" altLang="en-US" sz="32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171" name="Content Placeholder 5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3886200"/>
          </a:xfrm>
        </p:spPr>
        <p:txBody>
          <a:bodyPr vert="horz" wrap="square" lIns="91440" tIns="45720" rIns="91440" bIns="45720" anchor="t" anchorCtr="0"/>
          <a:p>
            <a:pPr algn="just"/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What happend if we use static variable instead of stack dynamic variable?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50000"/>
              </a:lnSpc>
              <a:buNone/>
            </a:pP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72" name="Slide Number Placeholder 3"/>
          <p:cNvSpPr txBox="1">
            <a:spLocks noGrp="1"/>
          </p:cNvSpPr>
          <p:nvPr>
            <p:ph type="sldNum" sz="quarter" idx="10"/>
          </p:nvPr>
        </p:nvSpPr>
        <p:spPr>
          <a:noFill/>
          <a:ln>
            <a:noFill/>
          </a:ln>
        </p:spPr>
        <p:txBody>
          <a:bodyPr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en-US" sz="1200" dirty="0">
                <a:solidFill>
                  <a:srgbClr val="898989"/>
                </a:solidFill>
              </a:rPr>
            </a:fld>
            <a:endParaRPr lang="en-US" altLang="en-US" sz="1200" dirty="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"/>
          </a:xfrm>
          <a:solidFill>
            <a:schemeClr val="bg1">
              <a:alpha val="100000"/>
            </a:schemeClr>
          </a:solidFill>
        </p:spPr>
        <p:txBody>
          <a:bodyPr vert="horz" wrap="square" lIns="91440" tIns="45720" rIns="91440" bIns="45720" anchor="b" anchorCtr="1"/>
          <a:p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Local Referencing Environments </a:t>
            </a:r>
            <a:endParaRPr lang="en-US" altLang="en-US" sz="32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171" name="Content Placeholder 5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3886200"/>
          </a:xfrm>
        </p:spPr>
        <p:txBody>
          <a:bodyPr vert="horz" wrap="square" lIns="91440" tIns="45720" rIns="91440" bIns="45720" anchor="t" anchorCtr="0"/>
          <a:p>
            <a:pPr marL="0" indent="0" algn="just">
              <a:lnSpc>
                <a:spcPct val="70000"/>
              </a:lnSpc>
              <a:buNone/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70000"/>
              </a:lnSpc>
              <a:buNone/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#include &lt;stdio.h&gt;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70000"/>
              </a:lnSpc>
              <a:buNone/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 factorial(int n) {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70000"/>
              </a:lnSpc>
              <a:buNone/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static int temp = 1; // Static variable to retain its value across calls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70000"/>
              </a:lnSpc>
              <a:buNone/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if (n &lt;= 1) {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70000"/>
              </a:lnSpc>
              <a:buNone/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return temp; // Return the computed factorial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70000"/>
              </a:lnSpc>
              <a:buNone/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70000"/>
              </a:lnSpc>
              <a:buNone/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temp *= n; // Update the static variable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70000"/>
              </a:lnSpc>
              <a:buNone/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return factorial(n - 1); // Recursive call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70000"/>
              </a:lnSpc>
              <a:buNone/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70000"/>
              </a:lnSpc>
              <a:buNone/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 main() {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70000"/>
              </a:lnSpc>
              <a:buNone/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printf("Factorial of 5: %d\n", factorial(5));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70000"/>
              </a:lnSpc>
              <a:buNone/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printf("Factorial of 3: %d\n", factorial(3));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70000"/>
              </a:lnSpc>
              <a:buNone/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return 0;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70000"/>
              </a:lnSpc>
              <a:buNone/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50000"/>
              </a:lnSpc>
              <a:buNone/>
            </a:pP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72" name="Slide Number Placeholder 3"/>
          <p:cNvSpPr txBox="1">
            <a:spLocks noGrp="1"/>
          </p:cNvSpPr>
          <p:nvPr>
            <p:ph type="sldNum" sz="quarter" idx="10"/>
          </p:nvPr>
        </p:nvSpPr>
        <p:spPr>
          <a:noFill/>
          <a:ln>
            <a:noFill/>
          </a:ln>
        </p:spPr>
        <p:txBody>
          <a:bodyPr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en-US" sz="1200" dirty="0">
                <a:solidFill>
                  <a:srgbClr val="898989"/>
                </a:solidFill>
              </a:rPr>
            </a:fld>
            <a:endParaRPr lang="en-US" altLang="en-US" sz="1200" dirty="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"/>
          </a:xfrm>
          <a:solidFill>
            <a:schemeClr val="bg1">
              <a:alpha val="100000"/>
            </a:schemeClr>
          </a:solidFill>
        </p:spPr>
        <p:txBody>
          <a:bodyPr vert="horz" wrap="square" lIns="91440" tIns="45720" rIns="91440" bIns="45720" anchor="b" anchorCtr="1"/>
          <a:p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Local Referencing Environments </a:t>
            </a:r>
            <a:endParaRPr lang="en-US" altLang="en-US" sz="32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171" name="Content Placeholder 5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3886200"/>
          </a:xfrm>
        </p:spPr>
        <p:txBody>
          <a:bodyPr vert="horz" wrap="square" lIns="91440" tIns="45720" rIns="91440" bIns="45720" anchor="t" anchorCtr="0"/>
          <a:p>
            <a:pPr marL="457200" indent="-457200" algn="just">
              <a:buFont typeface="+mj-lt"/>
              <a:buAutoNum type="arabicPeriod"/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Local Variable.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main disadvantages of stack-dynamic local variables are the following: 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</a:pP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</a:pP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72" name="Slide Number Placeholder 3"/>
          <p:cNvSpPr txBox="1">
            <a:spLocks noGrp="1"/>
          </p:cNvSpPr>
          <p:nvPr>
            <p:ph type="sldNum" sz="quarter" idx="10"/>
          </p:nvPr>
        </p:nvSpPr>
        <p:spPr>
          <a:noFill/>
          <a:ln>
            <a:noFill/>
          </a:ln>
        </p:spPr>
        <p:txBody>
          <a:bodyPr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en-US" sz="1200" dirty="0">
                <a:solidFill>
                  <a:srgbClr val="898989"/>
                </a:solidFill>
              </a:rPr>
            </a:fld>
            <a:endParaRPr lang="en-US" altLang="en-US" sz="1200" dirty="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"/>
          </a:xfrm>
          <a:solidFill>
            <a:schemeClr val="bg1">
              <a:alpha val="100000"/>
            </a:schemeClr>
          </a:solidFill>
        </p:spPr>
        <p:txBody>
          <a:bodyPr vert="horz" wrap="square" lIns="91440" tIns="45720" rIns="91440" bIns="45720" anchor="b" anchorCtr="1"/>
          <a:p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Local Referencing Environments </a:t>
            </a:r>
            <a:endParaRPr lang="en-US" altLang="en-US" sz="32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171" name="Content Placeholder 5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3886200"/>
          </a:xfrm>
        </p:spPr>
        <p:txBody>
          <a:bodyPr vert="horz" wrap="square" lIns="91440" tIns="45720" rIns="91440" bIns="45720" anchor="t" anchorCtr="0"/>
          <a:p>
            <a:pPr marL="457200" indent="-457200" algn="just">
              <a:buFont typeface="+mj-lt"/>
              <a:buAutoNum type="arabicPeriod"/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Local Variable.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</a:pPr>
            <a:r>
              <a:rPr lang="en-US" alt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main disadvantages of stack-dynamic local variables are the following: </a:t>
            </a:r>
            <a:endParaRPr lang="en-US" altLang="en-US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First, there is the cost of the time required to allocate, initialize (when necessary), and deallocate such variables for each call to the subprogram. 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</a:pP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</a:pP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72" name="Slide Number Placeholder 3"/>
          <p:cNvSpPr txBox="1">
            <a:spLocks noGrp="1"/>
          </p:cNvSpPr>
          <p:nvPr>
            <p:ph type="sldNum" sz="quarter" idx="10"/>
          </p:nvPr>
        </p:nvSpPr>
        <p:spPr>
          <a:noFill/>
          <a:ln>
            <a:noFill/>
          </a:ln>
        </p:spPr>
        <p:txBody>
          <a:bodyPr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en-US" sz="1200" dirty="0">
                <a:solidFill>
                  <a:srgbClr val="898989"/>
                </a:solidFill>
              </a:rPr>
            </a:fld>
            <a:endParaRPr lang="en-US" altLang="en-US" sz="1200" dirty="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"/>
          </a:xfrm>
          <a:solidFill>
            <a:schemeClr val="bg1">
              <a:alpha val="100000"/>
            </a:schemeClr>
          </a:solidFill>
        </p:spPr>
        <p:txBody>
          <a:bodyPr vert="horz" wrap="square" lIns="91440" tIns="45720" rIns="91440" bIns="45720" anchor="b" anchorCtr="1"/>
          <a:p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Local Referencing Environments </a:t>
            </a:r>
            <a:endParaRPr lang="en-US" altLang="en-US" sz="32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171" name="Content Placeholder 5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3886200"/>
          </a:xfrm>
        </p:spPr>
        <p:txBody>
          <a:bodyPr vert="horz" wrap="square" lIns="91440" tIns="45720" rIns="91440" bIns="45720" anchor="t" anchorCtr="0"/>
          <a:p>
            <a:pPr marL="457200" indent="-457200" algn="just">
              <a:buFont typeface="+mj-lt"/>
              <a:buAutoNum type="arabicPeriod"/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Local Variable.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</a:pPr>
            <a:r>
              <a:rPr lang="en-US" alt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main disadvantages of stack-dynamic local variables are the following: </a:t>
            </a:r>
            <a:endParaRPr lang="en-US" altLang="en-US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</a:pPr>
            <a:r>
              <a:rPr lang="en-US" alt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First, there is the cost of the time required to allocate, initialize (when necessary), and deallocate such variables for each call to the subprogram. </a:t>
            </a:r>
            <a:endParaRPr lang="en-US" altLang="en-US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Second, accesses to stack-dynamic local variables must be indirect, whereas accesses to static variables can be direct.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</a:pP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</a:pP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</a:pP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72" name="Slide Number Placeholder 3"/>
          <p:cNvSpPr txBox="1">
            <a:spLocks noGrp="1"/>
          </p:cNvSpPr>
          <p:nvPr>
            <p:ph type="sldNum" sz="quarter" idx="10"/>
          </p:nvPr>
        </p:nvSpPr>
        <p:spPr>
          <a:noFill/>
          <a:ln>
            <a:noFill/>
          </a:ln>
        </p:spPr>
        <p:txBody>
          <a:bodyPr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en-US" sz="1200" dirty="0">
                <a:solidFill>
                  <a:srgbClr val="898989"/>
                </a:solidFill>
              </a:rPr>
            </a:fld>
            <a:endParaRPr lang="en-US" altLang="en-US" sz="1200" dirty="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"/>
          </a:xfrm>
          <a:solidFill>
            <a:schemeClr val="bg1">
              <a:alpha val="100000"/>
            </a:schemeClr>
          </a:solidFill>
        </p:spPr>
        <p:txBody>
          <a:bodyPr vert="horz" wrap="square" lIns="91440" tIns="45720" rIns="91440" bIns="45720" anchor="b" anchorCtr="1"/>
          <a:p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Local Referencing Environments </a:t>
            </a:r>
            <a:endParaRPr lang="en-US" altLang="en-US" sz="32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171" name="Content Placeholder 5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3886200"/>
          </a:xfrm>
        </p:spPr>
        <p:txBody>
          <a:bodyPr vert="horz" wrap="square" lIns="91440" tIns="45720" rIns="91440" bIns="45720" anchor="t" anchorCtr="0"/>
          <a:p>
            <a:pPr marL="457200" indent="-457200" algn="just">
              <a:buFont typeface="+mj-lt"/>
              <a:buAutoNum type="arabicPeriod"/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Local Variable.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</a:pPr>
            <a:r>
              <a:rPr lang="en-US" alt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main disadvantages of stack-dynamic local variables are the following: </a:t>
            </a:r>
            <a:endParaRPr lang="en-US" altLang="en-US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</a:pPr>
            <a:r>
              <a:rPr lang="en-US" alt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First, there is the cost of the time required to allocate, initialize (when necessary), and deallocate such variables for each call to the subprogram. </a:t>
            </a:r>
            <a:endParaRPr lang="en-US" altLang="en-US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</a:pPr>
            <a:r>
              <a:rPr lang="en-US" alt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Second, accesses to stack-dynamic local variables must be indirect, whereas accesses to static variables can be direct.</a:t>
            </a:r>
            <a:endParaRPr lang="en-US" altLang="en-US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This indirectness is required because the place in the stack where a particular local variable will reside can be determined only during execution.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</a:pP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72" name="Slide Number Placeholder 3"/>
          <p:cNvSpPr txBox="1">
            <a:spLocks noGrp="1"/>
          </p:cNvSpPr>
          <p:nvPr>
            <p:ph type="sldNum" sz="quarter" idx="10"/>
          </p:nvPr>
        </p:nvSpPr>
        <p:spPr>
          <a:noFill/>
          <a:ln>
            <a:noFill/>
          </a:ln>
        </p:spPr>
        <p:txBody>
          <a:bodyPr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en-US" sz="1200" dirty="0">
                <a:solidFill>
                  <a:srgbClr val="898989"/>
                </a:solidFill>
              </a:rPr>
            </a:fld>
            <a:endParaRPr lang="en-US" altLang="en-US" sz="1200" dirty="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"/>
          </a:xfrm>
          <a:solidFill>
            <a:schemeClr val="bg1">
              <a:alpha val="100000"/>
            </a:schemeClr>
          </a:solidFill>
        </p:spPr>
        <p:txBody>
          <a:bodyPr vert="horz" wrap="square" lIns="91440" tIns="45720" rIns="91440" bIns="45720" anchor="b" anchorCtr="1"/>
          <a:p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Local Referencing Environments </a:t>
            </a:r>
            <a:endParaRPr lang="en-US" altLang="en-US" sz="32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171" name="Content Placeholder 5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3886200"/>
          </a:xfrm>
        </p:spPr>
        <p:txBody>
          <a:bodyPr vert="horz" wrap="square" lIns="91440" tIns="45720" rIns="91440" bIns="45720" anchor="t" anchorCtr="0"/>
          <a:p>
            <a:pPr marL="457200" indent="-457200" algn="just">
              <a:buFont typeface="+mj-lt"/>
              <a:buAutoNum type="arabicPeriod"/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Local Variable.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</a:pPr>
            <a:r>
              <a:rPr lang="en-US" alt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main disadvantages of stack-dynamic local variables are the following: </a:t>
            </a:r>
            <a:endParaRPr lang="en-US" altLang="en-US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</a:pPr>
            <a:r>
              <a:rPr lang="en-US" alt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First, there is the cost of the time required to allocate, initialize (when necessary), and deallocate such variables for each call to the subprogram. </a:t>
            </a:r>
            <a:endParaRPr lang="en-US" altLang="en-US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</a:pPr>
            <a:r>
              <a:rPr lang="en-US" alt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Second, accesses to stack-dynamic local variables must be indirect, whereas accesses to static variables can be direct.</a:t>
            </a:r>
            <a:endParaRPr lang="en-US" altLang="en-US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</a:pPr>
            <a:r>
              <a:rPr lang="en-US" alt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This indirectness is required because the place in the stack where a particular local variable will reside can be determined only during execution.</a:t>
            </a:r>
            <a:endParaRPr lang="en-US" altLang="en-US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Finally, when all local variables are stack dynamic, subprograms cannot be history sensitive; that is, they cannot retain data values of local variables between calls. 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</a:pP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</a:pP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72" name="Slide Number Placeholder 3"/>
          <p:cNvSpPr txBox="1">
            <a:spLocks noGrp="1"/>
          </p:cNvSpPr>
          <p:nvPr>
            <p:ph type="sldNum" sz="quarter" idx="10"/>
          </p:nvPr>
        </p:nvSpPr>
        <p:spPr>
          <a:noFill/>
          <a:ln>
            <a:noFill/>
          </a:ln>
        </p:spPr>
        <p:txBody>
          <a:bodyPr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en-US" sz="1200" dirty="0">
                <a:solidFill>
                  <a:srgbClr val="898989"/>
                </a:solidFill>
              </a:rPr>
            </a:fld>
            <a:endParaRPr lang="en-US" altLang="en-US" sz="1200" dirty="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"/>
          </a:xfrm>
          <a:solidFill>
            <a:schemeClr val="bg1">
              <a:alpha val="100000"/>
            </a:schemeClr>
          </a:solidFill>
        </p:spPr>
        <p:txBody>
          <a:bodyPr vert="horz" wrap="square" lIns="91440" tIns="45720" rIns="91440" bIns="45720" anchor="b" anchorCtr="1"/>
          <a:p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Local Referencing Environments </a:t>
            </a:r>
            <a:endParaRPr lang="en-US" altLang="en-US" sz="32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171" name="Content Placeholder 5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3886200"/>
          </a:xfrm>
        </p:spPr>
        <p:txBody>
          <a:bodyPr vert="horz" wrap="square" lIns="91440" tIns="45720" rIns="91440" bIns="45720" anchor="t" anchorCtr="0"/>
          <a:p>
            <a:pPr marL="0" indent="0" algn="just">
              <a:buFont typeface="+mj-lt"/>
              <a:buNone/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Nested subprograms</a:t>
            </a: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Nested subprograms (or nested functions) are functions defined within other functions. This feature allows the inner function to access variables from the outer function, creating a scope that can be useful for encapsulation and managing complexity.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</a:pP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72" name="Slide Number Placeholder 3"/>
          <p:cNvSpPr txBox="1">
            <a:spLocks noGrp="1"/>
          </p:cNvSpPr>
          <p:nvPr>
            <p:ph type="sldNum" sz="quarter" idx="10"/>
          </p:nvPr>
        </p:nvSpPr>
        <p:spPr>
          <a:noFill/>
          <a:ln>
            <a:noFill/>
          </a:ln>
        </p:spPr>
        <p:txBody>
          <a:bodyPr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en-US" sz="1200" dirty="0">
                <a:solidFill>
                  <a:srgbClr val="898989"/>
                </a:solidFill>
              </a:rPr>
            </a:fld>
            <a:endParaRPr lang="en-US" altLang="en-US" sz="1200" dirty="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"/>
          </a:xfrm>
          <a:solidFill>
            <a:schemeClr val="bg1">
              <a:alpha val="100000"/>
            </a:schemeClr>
          </a:solidFill>
        </p:spPr>
        <p:txBody>
          <a:bodyPr vert="horz" wrap="square" lIns="91440" tIns="45720" rIns="91440" bIns="45720" anchor="b" anchorCtr="1"/>
          <a:p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Local Referencing Environments </a:t>
            </a:r>
            <a:endParaRPr lang="en-US" altLang="en-US" sz="32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171" name="Content Placeholder 5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3886200"/>
          </a:xfrm>
        </p:spPr>
        <p:txBody>
          <a:bodyPr vert="horz" wrap="square" lIns="91440" tIns="45720" rIns="91440" bIns="45720" anchor="t" anchorCtr="0"/>
          <a:p>
            <a:pPr marL="0" indent="0" algn="just">
              <a:buFont typeface="+mj-lt"/>
              <a:buNone/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Nested subprograms</a:t>
            </a: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Nested subprograms (or nested functions) are functions defined within other functions. This feature allows the inner function to access variables from the outer function, creating a scope that can be useful for encapsulation and managing complexity.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</a:pP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72" name="Slide Number Placeholder 3"/>
          <p:cNvSpPr txBox="1">
            <a:spLocks noGrp="1"/>
          </p:cNvSpPr>
          <p:nvPr>
            <p:ph type="sldNum" sz="quarter" idx="10"/>
          </p:nvPr>
        </p:nvSpPr>
        <p:spPr>
          <a:noFill/>
          <a:ln>
            <a:noFill/>
          </a:ln>
        </p:spPr>
        <p:txBody>
          <a:bodyPr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en-US" sz="1200" dirty="0">
                <a:solidFill>
                  <a:srgbClr val="898989"/>
                </a:solidFill>
              </a:rPr>
            </a:fld>
            <a:endParaRPr lang="en-US" altLang="en-US" sz="1200" dirty="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"/>
          </a:xfrm>
          <a:solidFill>
            <a:schemeClr val="bg1">
              <a:alpha val="100000"/>
            </a:schemeClr>
          </a:solidFill>
        </p:spPr>
        <p:txBody>
          <a:bodyPr vert="horz" wrap="square" lIns="91440" tIns="45720" rIns="91440" bIns="45720" anchor="b" anchorCtr="1"/>
          <a:p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Local Referencing Environments </a:t>
            </a:r>
            <a:endParaRPr lang="en-US" altLang="en-US" sz="32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171" name="Content Placeholder 5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3886200"/>
          </a:xfrm>
        </p:spPr>
        <p:txBody>
          <a:bodyPr vert="horz" wrap="square" lIns="91440" tIns="45720" rIns="91440" bIns="45720" anchor="t" anchorCtr="0"/>
          <a:p>
            <a:pPr marL="0" indent="0" algn="just">
              <a:buFont typeface="+mj-lt"/>
              <a:buNone/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Nested subprograms</a:t>
            </a: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</a:pPr>
            <a:r>
              <a:rPr lang="en-US" alt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Nested subprograms (or nested functions) are functions defined within other functions. This feature allows the inner function to access variables from the outer function, creating a scope that can be useful for encapsulation and managing complexity.</a:t>
            </a:r>
            <a:endParaRPr lang="en-US" altLang="en-US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The inner function can access variables defined in the outer function.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90000"/>
              </a:lnSpc>
              <a:buNone/>
            </a:pP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</a:pP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72" name="Slide Number Placeholder 3"/>
          <p:cNvSpPr txBox="1">
            <a:spLocks noGrp="1"/>
          </p:cNvSpPr>
          <p:nvPr>
            <p:ph type="sldNum" sz="quarter" idx="10"/>
          </p:nvPr>
        </p:nvSpPr>
        <p:spPr>
          <a:noFill/>
          <a:ln>
            <a:noFill/>
          </a:ln>
        </p:spPr>
        <p:txBody>
          <a:bodyPr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en-US" sz="1200" dirty="0">
                <a:solidFill>
                  <a:srgbClr val="898989"/>
                </a:solidFill>
              </a:rPr>
            </a:fld>
            <a:endParaRPr lang="en-US" altLang="en-US" sz="1200" dirty="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"/>
          </a:xfrm>
          <a:solidFill>
            <a:schemeClr val="bg1">
              <a:alpha val="100000"/>
            </a:schemeClr>
          </a:solidFill>
        </p:spPr>
        <p:txBody>
          <a:bodyPr vert="horz" wrap="square" lIns="91440" tIns="45720" rIns="91440" bIns="45720" anchor="b" anchorCtr="1"/>
          <a:p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Local Referencing Environments </a:t>
            </a:r>
            <a:endParaRPr lang="en-US" altLang="en-US" sz="32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171" name="Content Placeholder 5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3886200"/>
          </a:xfrm>
        </p:spPr>
        <p:txBody>
          <a:bodyPr vert="horz" wrap="square" lIns="91440" tIns="45720" rIns="91440" bIns="45720" anchor="t" anchorCtr="0"/>
          <a:p>
            <a:pPr marL="0" indent="0" algn="just">
              <a:buFont typeface="+mj-lt"/>
              <a:buNone/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Nested subprograms</a:t>
            </a: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</a:pPr>
            <a:r>
              <a:rPr lang="en-US" alt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Nested subprograms (or nested functions) are functions defined within other functions. This feature allows the inner function to access variables from the outer function, creating a scope that can be useful for encapsulation and managing complexity.</a:t>
            </a:r>
            <a:endParaRPr lang="en-US" altLang="en-US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</a:pPr>
            <a:r>
              <a:rPr lang="en-US" alt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The inner function can access variables defined in the outer function.</a:t>
            </a:r>
            <a:endParaRPr lang="en-US" altLang="en-US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languages that support nested functions (like Python), when an inner function is called, a new activation record (also known as a stack frame) is created for that inner function. 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</a:pP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</a:pP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72" name="Slide Number Placeholder 3"/>
          <p:cNvSpPr txBox="1">
            <a:spLocks noGrp="1"/>
          </p:cNvSpPr>
          <p:nvPr>
            <p:ph type="sldNum" sz="quarter" idx="10"/>
          </p:nvPr>
        </p:nvSpPr>
        <p:spPr>
          <a:noFill/>
          <a:ln>
            <a:noFill/>
          </a:ln>
        </p:spPr>
        <p:txBody>
          <a:bodyPr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en-US" sz="1200" dirty="0">
                <a:solidFill>
                  <a:srgbClr val="898989"/>
                </a:solidFill>
              </a:rPr>
            </a:fld>
            <a:endParaRPr lang="en-US" altLang="en-US" sz="1200" dirty="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"/>
          </a:xfrm>
          <a:solidFill>
            <a:schemeClr val="bg1">
              <a:alpha val="100000"/>
            </a:schemeClr>
          </a:solidFill>
        </p:spPr>
        <p:txBody>
          <a:bodyPr vert="horz" wrap="square" lIns="91440" tIns="45720" rIns="91440" bIns="45720" anchor="b" anchorCtr="1"/>
          <a:p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Local Referencing Environments </a:t>
            </a:r>
            <a:endParaRPr lang="en-US" altLang="en-US" sz="32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171" name="Content Placeholder 5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3886200"/>
          </a:xfrm>
        </p:spPr>
        <p:txBody>
          <a:bodyPr vert="horz" wrap="square" lIns="91440" tIns="45720" rIns="91440" bIns="45720" anchor="t" anchorCtr="0"/>
          <a:p>
            <a:pPr marL="0" indent="0" algn="just">
              <a:buFont typeface="+mj-lt"/>
              <a:buNone/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Nested subprograms</a:t>
            </a: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</a:pPr>
            <a:r>
              <a:rPr lang="en-US" alt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Nested subprograms (or nested functions) are functions defined within other functions. This feature allows the inner function to access variables from the outer function, creating a scope that can be useful for encapsulation and managing complexity.</a:t>
            </a:r>
            <a:endParaRPr lang="en-US" altLang="en-US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</a:pPr>
            <a:r>
              <a:rPr lang="en-US" alt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The inner function can access variables defined in the outer function.</a:t>
            </a:r>
            <a:endParaRPr lang="en-US" altLang="en-US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</a:pPr>
            <a:r>
              <a:rPr lang="en-US" alt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languages that support nested functions (like Python), when an inner function is called, a new activation record (also known as a stack frame) is created for that inner function.</a:t>
            </a: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When you call the outer function, an activation record for that function is created on the stack. This record includes any local variables defined in the outer function.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</a:pP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72" name="Slide Number Placeholder 3"/>
          <p:cNvSpPr txBox="1">
            <a:spLocks noGrp="1"/>
          </p:cNvSpPr>
          <p:nvPr>
            <p:ph type="sldNum" sz="quarter" idx="10"/>
          </p:nvPr>
        </p:nvSpPr>
        <p:spPr>
          <a:noFill/>
          <a:ln>
            <a:noFill/>
          </a:ln>
        </p:spPr>
        <p:txBody>
          <a:bodyPr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en-US" sz="1200" dirty="0">
                <a:solidFill>
                  <a:srgbClr val="898989"/>
                </a:solidFill>
              </a:rPr>
            </a:fld>
            <a:endParaRPr lang="en-US" altLang="en-US" sz="1200" dirty="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"/>
          </a:xfrm>
          <a:solidFill>
            <a:schemeClr val="bg1">
              <a:alpha val="100000"/>
            </a:schemeClr>
          </a:solidFill>
        </p:spPr>
        <p:txBody>
          <a:bodyPr vert="horz" wrap="square" lIns="91440" tIns="45720" rIns="91440" bIns="45720" anchor="b" anchorCtr="1"/>
          <a:p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Local Referencing Environments </a:t>
            </a:r>
            <a:endParaRPr lang="en-US" altLang="en-US" sz="32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171" name="Content Placeholder 5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3886200"/>
          </a:xfrm>
        </p:spPr>
        <p:txBody>
          <a:bodyPr vert="horz" wrap="square" lIns="91440" tIns="45720" rIns="91440" bIns="45720" anchor="t" anchorCtr="0"/>
          <a:p>
            <a:pPr marL="0" indent="0" algn="just">
              <a:buFont typeface="+mj-lt"/>
              <a:buNone/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Nested subprograms</a:t>
            </a: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</a:pPr>
            <a:r>
              <a:rPr lang="en-US" alt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Nested subprograms (or nested functions) are functions defined within other functions. This feature allows the inner function to access variables from the outer function, creating a scope that can be useful for encapsulation and managing complexity.</a:t>
            </a:r>
            <a:endParaRPr lang="en-US" altLang="en-US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</a:pPr>
            <a:r>
              <a:rPr lang="en-US" alt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The inner function can access variables defined in the outer function.</a:t>
            </a:r>
            <a:endParaRPr lang="en-US" altLang="en-US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</a:pPr>
            <a:r>
              <a:rPr lang="en-US" alt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languages that support nested functions (like Python), when an inner function is called, a new activation record (also known as a stack frame) is created for that inner function. </a:t>
            </a:r>
            <a:endParaRPr lang="en-US" altLang="en-US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</a:pPr>
            <a:r>
              <a:rPr lang="en-US" alt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When you call the outer function, an activation record for that function is created on the stack. This record includes any local variables defined in the outer function.</a:t>
            </a:r>
            <a:endParaRPr lang="en-US" altLang="en-US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When the inner function is called: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</a:pP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</a:pP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72" name="Slide Number Placeholder 3"/>
          <p:cNvSpPr txBox="1">
            <a:spLocks noGrp="1"/>
          </p:cNvSpPr>
          <p:nvPr>
            <p:ph type="sldNum" sz="quarter" idx="10"/>
          </p:nvPr>
        </p:nvSpPr>
        <p:spPr>
          <a:noFill/>
          <a:ln>
            <a:noFill/>
          </a:ln>
        </p:spPr>
        <p:txBody>
          <a:bodyPr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en-US" sz="1200" dirty="0">
                <a:solidFill>
                  <a:srgbClr val="898989"/>
                </a:solidFill>
              </a:rPr>
            </a:fld>
            <a:endParaRPr lang="en-US" altLang="en-US" sz="1200" dirty="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"/>
          </a:xfrm>
          <a:solidFill>
            <a:schemeClr val="bg1">
              <a:alpha val="100000"/>
            </a:schemeClr>
          </a:solidFill>
        </p:spPr>
        <p:txBody>
          <a:bodyPr vert="horz" wrap="square" lIns="91440" tIns="45720" rIns="91440" bIns="45720" anchor="b" anchorCtr="1"/>
          <a:p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Local Referencing Environments </a:t>
            </a:r>
            <a:endParaRPr lang="en-US" altLang="en-US" sz="32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171" name="Content Placeholder 5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3886200"/>
          </a:xfrm>
        </p:spPr>
        <p:txBody>
          <a:bodyPr vert="horz" wrap="square" lIns="91440" tIns="45720" rIns="91440" bIns="45720" anchor="t" anchorCtr="0"/>
          <a:p>
            <a:pPr marL="0" indent="0" algn="just">
              <a:buFont typeface="+mj-lt"/>
              <a:buNone/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Nested subprograms</a:t>
            </a: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When the inner function is called: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</a:pP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</a:pP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72" name="Slide Number Placeholder 3"/>
          <p:cNvSpPr txBox="1">
            <a:spLocks noGrp="1"/>
          </p:cNvSpPr>
          <p:nvPr>
            <p:ph type="sldNum" sz="quarter" idx="10"/>
          </p:nvPr>
        </p:nvSpPr>
        <p:spPr>
          <a:noFill/>
          <a:ln>
            <a:noFill/>
          </a:ln>
        </p:spPr>
        <p:txBody>
          <a:bodyPr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en-US" sz="1200" dirty="0">
                <a:solidFill>
                  <a:srgbClr val="898989"/>
                </a:solidFill>
              </a:rPr>
            </a:fld>
            <a:endParaRPr lang="en-US" altLang="en-US" sz="1200" dirty="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"/>
          </a:xfrm>
          <a:solidFill>
            <a:schemeClr val="bg1">
              <a:alpha val="100000"/>
            </a:schemeClr>
          </a:solidFill>
        </p:spPr>
        <p:txBody>
          <a:bodyPr vert="horz" wrap="square" lIns="91440" tIns="45720" rIns="91440" bIns="45720" anchor="b" anchorCtr="1"/>
          <a:p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Local Referencing Environments </a:t>
            </a:r>
            <a:endParaRPr lang="en-US" altLang="en-US" sz="32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171" name="Content Placeholder 5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3886200"/>
          </a:xfrm>
        </p:spPr>
        <p:txBody>
          <a:bodyPr vert="horz" wrap="square" lIns="91440" tIns="45720" rIns="91440" bIns="45720" anchor="t" anchorCtr="0"/>
          <a:p>
            <a:pPr marL="0" indent="0" algn="just">
              <a:buFont typeface="+mj-lt"/>
              <a:buNone/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Nested subprograms</a:t>
            </a: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When the inner function is called: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Local variables of the inner function.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</a:pP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72" name="Slide Number Placeholder 3"/>
          <p:cNvSpPr txBox="1">
            <a:spLocks noGrp="1"/>
          </p:cNvSpPr>
          <p:nvPr>
            <p:ph type="sldNum" sz="quarter" idx="10"/>
          </p:nvPr>
        </p:nvSpPr>
        <p:spPr>
          <a:noFill/>
          <a:ln>
            <a:noFill/>
          </a:ln>
        </p:spPr>
        <p:txBody>
          <a:bodyPr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en-US" sz="1200" dirty="0">
                <a:solidFill>
                  <a:srgbClr val="898989"/>
                </a:solidFill>
              </a:rPr>
            </a:fld>
            <a:endParaRPr lang="en-US" altLang="en-US" sz="1200" dirty="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"/>
          </a:xfrm>
          <a:solidFill>
            <a:schemeClr val="bg1">
              <a:alpha val="100000"/>
            </a:schemeClr>
          </a:solidFill>
        </p:spPr>
        <p:txBody>
          <a:bodyPr vert="horz" wrap="square" lIns="91440" tIns="45720" rIns="91440" bIns="45720" anchor="b" anchorCtr="1"/>
          <a:p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Local Referencing Environments </a:t>
            </a:r>
            <a:endParaRPr lang="en-US" altLang="en-US" sz="32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171" name="Content Placeholder 5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3886200"/>
          </a:xfrm>
        </p:spPr>
        <p:txBody>
          <a:bodyPr vert="horz" wrap="square" lIns="91440" tIns="45720" rIns="91440" bIns="45720" anchor="t" anchorCtr="0"/>
          <a:p>
            <a:pPr marL="0" indent="0" algn="just">
              <a:buFont typeface="+mj-lt"/>
              <a:buNone/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Nested subprograms</a:t>
            </a: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When the inner function is called: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</a:pPr>
            <a:r>
              <a:rPr lang="en-US" alt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Local variables of the inner function.</a:t>
            </a:r>
            <a:endParaRPr lang="en-US" altLang="en-US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Access to any non-local variables (like those from the outer function) due to the concept of closures.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</a:pP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72" name="Slide Number Placeholder 3"/>
          <p:cNvSpPr txBox="1">
            <a:spLocks noGrp="1"/>
          </p:cNvSpPr>
          <p:nvPr>
            <p:ph type="sldNum" sz="quarter" idx="10"/>
          </p:nvPr>
        </p:nvSpPr>
        <p:spPr>
          <a:noFill/>
          <a:ln>
            <a:noFill/>
          </a:ln>
        </p:spPr>
        <p:txBody>
          <a:bodyPr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en-US" sz="1200" dirty="0">
                <a:solidFill>
                  <a:srgbClr val="898989"/>
                </a:solidFill>
              </a:rPr>
            </a:fld>
            <a:endParaRPr lang="en-US" altLang="en-US" sz="1200" dirty="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"/>
          </a:xfrm>
          <a:solidFill>
            <a:schemeClr val="bg1">
              <a:alpha val="100000"/>
            </a:schemeClr>
          </a:solidFill>
        </p:spPr>
        <p:txBody>
          <a:bodyPr vert="horz" wrap="square" lIns="91440" tIns="45720" rIns="91440" bIns="45720" anchor="b" anchorCtr="1"/>
          <a:p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Local Referencing Environments </a:t>
            </a:r>
            <a:endParaRPr lang="en-US" altLang="en-US" sz="32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171" name="Content Placeholder 5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3886200"/>
          </a:xfrm>
        </p:spPr>
        <p:txBody>
          <a:bodyPr vert="horz" wrap="square" lIns="91440" tIns="45720" rIns="91440" bIns="45720" anchor="t" anchorCtr="0"/>
          <a:p>
            <a:pPr marL="0" indent="0" algn="just">
              <a:buFont typeface="+mj-lt"/>
              <a:buNone/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Nested subprograms</a:t>
            </a: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When the inner function is called: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</a:pPr>
            <a:r>
              <a:rPr lang="en-US" alt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Local variables of the inner function.</a:t>
            </a:r>
            <a:endParaRPr lang="en-US" altLang="en-US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</a:pPr>
            <a:r>
              <a:rPr lang="en-US" alt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Access to any non-local variables (like those from the outer function) due to the concept of closures.</a:t>
            </a:r>
            <a:endParaRPr lang="en-US" altLang="en-US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When the inner function completes its execution, Its activation record is popped off the stack.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</a:pP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72" name="Slide Number Placeholder 3"/>
          <p:cNvSpPr txBox="1">
            <a:spLocks noGrp="1"/>
          </p:cNvSpPr>
          <p:nvPr>
            <p:ph type="sldNum" sz="quarter" idx="10"/>
          </p:nvPr>
        </p:nvSpPr>
        <p:spPr>
          <a:noFill/>
          <a:ln>
            <a:noFill/>
          </a:ln>
        </p:spPr>
        <p:txBody>
          <a:bodyPr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en-US" sz="1200" dirty="0">
                <a:solidFill>
                  <a:srgbClr val="898989"/>
                </a:solidFill>
              </a:rPr>
            </a:fld>
            <a:endParaRPr lang="en-US" altLang="en-US" sz="1200" dirty="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"/>
          </a:xfrm>
          <a:solidFill>
            <a:schemeClr val="bg1">
              <a:alpha val="100000"/>
            </a:schemeClr>
          </a:solidFill>
        </p:spPr>
        <p:txBody>
          <a:bodyPr vert="horz" wrap="square" lIns="91440" tIns="45720" rIns="91440" bIns="45720" anchor="b" anchorCtr="1"/>
          <a:p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Local Referencing Environments </a:t>
            </a:r>
            <a:endParaRPr lang="en-US" altLang="en-US" sz="32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171" name="Content Placeholder 5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3886200"/>
          </a:xfrm>
        </p:spPr>
        <p:txBody>
          <a:bodyPr vert="horz" wrap="square" lIns="91440" tIns="45720" rIns="91440" bIns="45720" anchor="t" anchorCtr="0"/>
          <a:p>
            <a:pPr marL="0" indent="0" algn="just">
              <a:buFont typeface="+mj-lt"/>
              <a:buNone/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Nested subprograms</a:t>
            </a: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When the inner function is called: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</a:pPr>
            <a:r>
              <a:rPr lang="en-US" alt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Local variables of the inner function.</a:t>
            </a:r>
            <a:endParaRPr lang="en-US" altLang="en-US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</a:pPr>
            <a:r>
              <a:rPr lang="en-US" alt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Access to any non-local variables (like those from the outer function) due to the concept of closures.</a:t>
            </a:r>
            <a:endParaRPr lang="en-US" altLang="en-US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</a:pPr>
            <a:r>
              <a:rPr lang="en-US" alt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When the inner function completes its execution, Its activation record is popped off the stack.</a:t>
            </a:r>
            <a:endParaRPr lang="en-US" altLang="en-US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</a:pPr>
            <a:r>
              <a:rPr lang="en-US" alt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Control returns to the outer function, which resumes execution from the point after the inner function call.</a:t>
            </a: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</a:pP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</a:pPr>
            <a:endParaRPr lang="en-US" altLang="en-US" sz="20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72" name="Slide Number Placeholder 3"/>
          <p:cNvSpPr txBox="1">
            <a:spLocks noGrp="1"/>
          </p:cNvSpPr>
          <p:nvPr>
            <p:ph type="sldNum" sz="quarter" idx="10"/>
          </p:nvPr>
        </p:nvSpPr>
        <p:spPr>
          <a:noFill/>
          <a:ln>
            <a:noFill/>
          </a:ln>
        </p:spPr>
        <p:txBody>
          <a:bodyPr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en-US" sz="1200" dirty="0">
                <a:solidFill>
                  <a:srgbClr val="898989"/>
                </a:solidFill>
              </a:rPr>
            </a:fld>
            <a:endParaRPr lang="en-US" altLang="en-US" sz="1200" dirty="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294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638800"/>
          </a:xfrm>
          <a:solidFill>
            <a:schemeClr val="bg1">
              <a:alpha val="100000"/>
            </a:schemeClr>
          </a:solidFill>
        </p:spPr>
        <p:txBody>
          <a:bodyPr vert="horz" wrap="square" lIns="91440" tIns="45720" rIns="91440" bIns="45720" anchor="ctr" anchorCtr="0"/>
          <a:p>
            <a:r>
              <a:rPr sz="9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Thank You</a:t>
            </a:r>
            <a:endParaRPr sz="96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82947" name="Content Placeholder 5"/>
          <p:cNvSpPr>
            <a:spLocks noGrp="1"/>
          </p:cNvSpPr>
          <p:nvPr>
            <p:ph idx="1"/>
          </p:nvPr>
        </p:nvSpPr>
        <p:spPr>
          <a:xfrm>
            <a:off x="304800" y="838200"/>
            <a:ext cx="8534400" cy="4419600"/>
          </a:xfrm>
        </p:spPr>
        <p:txBody>
          <a:bodyPr vert="horz" wrap="square" lIns="91440" tIns="45720" rIns="91440" bIns="45720" anchor="t" anchorCtr="0"/>
          <a:p>
            <a:pPr algn="just">
              <a:buFontTx/>
              <a:buNone/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Tx/>
              <a:buNone/>
            </a:pPr>
            <a:endParaRPr sz="2000" dirty="0">
              <a:latin typeface="Times New Roman" panose="02020603050405020304" pitchFamily="18" charset="0"/>
              <a:cs typeface="Calibri" panose="020F0502020204030204" pitchFamily="34" charset="0"/>
            </a:endParaRPr>
          </a:p>
          <a:p>
            <a:pPr algn="just">
              <a:buFontTx/>
              <a:buNone/>
            </a:pPr>
            <a:endParaRPr sz="2000" dirty="0">
              <a:latin typeface="Times New Roman" panose="02020603050405020304" pitchFamily="18" charset="0"/>
              <a:cs typeface="Calibri" panose="020F0502020204030204" pitchFamily="34" charset="0"/>
            </a:endParaRPr>
          </a:p>
          <a:p>
            <a:pPr algn="just">
              <a:buFontTx/>
              <a:buNone/>
            </a:pPr>
            <a:endParaRPr lang="en-US" alt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82948" name="Slide Number Placeholder 4"/>
          <p:cNvSpPr txBox="1">
            <a:spLocks noGrp="1"/>
          </p:cNvSpPr>
          <p:nvPr>
            <p:ph type="sldNum" sz="quarter" idx="10"/>
          </p:nvPr>
        </p:nvSpPr>
        <p:spPr>
          <a:noFill/>
          <a:ln>
            <a:noFill/>
          </a:ln>
        </p:spPr>
        <p:txBody>
          <a:bodyPr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en-US" sz="1200" dirty="0">
                <a:solidFill>
                  <a:srgbClr val="898989"/>
                </a:solidFill>
              </a:rPr>
            </a:fld>
            <a:endParaRPr lang="en-US" altLang="en-US" sz="1200" dirty="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4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9073</Words>
  <Application>WPS Presentation</Application>
  <PresentationFormat>On-screen Show (4:3)</PresentationFormat>
  <Paragraphs>299</Paragraphs>
  <Slides>26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26</vt:i4>
      </vt:variant>
    </vt:vector>
  </HeadingPairs>
  <TitlesOfParts>
    <vt:vector size="38" baseType="lpstr">
      <vt:lpstr>Arial</vt:lpstr>
      <vt:lpstr>SimSun</vt:lpstr>
      <vt:lpstr>Wingdings</vt:lpstr>
      <vt:lpstr>Calibri</vt:lpstr>
      <vt:lpstr>Times New Roman</vt:lpstr>
      <vt:lpstr>Microsoft YaHei</vt:lpstr>
      <vt:lpstr>Arial Unicode MS</vt:lpstr>
      <vt:lpstr>2_Custom Design</vt:lpstr>
      <vt:lpstr>3_Custom Design</vt:lpstr>
      <vt:lpstr>1_Custom Design</vt:lpstr>
      <vt:lpstr>Custom Design</vt:lpstr>
      <vt:lpstr>4_Custom Design</vt:lpstr>
      <vt:lpstr> Statement-Level Control Structures Subprograms   </vt:lpstr>
      <vt:lpstr>Local Referencing Environments </vt:lpstr>
      <vt:lpstr>Local Referencing Environments </vt:lpstr>
      <vt:lpstr>Local Referencing Environments </vt:lpstr>
      <vt:lpstr>Local Referencing Environments </vt:lpstr>
      <vt:lpstr>Local Referencing Environments </vt:lpstr>
      <vt:lpstr>Local Referencing Environments </vt:lpstr>
      <vt:lpstr>Local Referencing Environments </vt:lpstr>
      <vt:lpstr>Local Referencing Environments </vt:lpstr>
      <vt:lpstr>Local Referencing Environments </vt:lpstr>
      <vt:lpstr>Local Referencing Environments </vt:lpstr>
      <vt:lpstr>Local Referencing Environments </vt:lpstr>
      <vt:lpstr>Local Referencing Environments </vt:lpstr>
      <vt:lpstr>Local Referencing Environments </vt:lpstr>
      <vt:lpstr>Local Referencing Environments </vt:lpstr>
      <vt:lpstr>Local Referencing Environments </vt:lpstr>
      <vt:lpstr>Local Referencing Environments </vt:lpstr>
      <vt:lpstr>Local Referencing Environments </vt:lpstr>
      <vt:lpstr>Local Referencing Environments </vt:lpstr>
      <vt:lpstr>Local Referencing Environments </vt:lpstr>
      <vt:lpstr>Local Referencing Environments </vt:lpstr>
      <vt:lpstr>Local Referencing Environments </vt:lpstr>
      <vt:lpstr>Local Referencing Environments </vt:lpstr>
      <vt:lpstr>Local Referencing Environments </vt:lpstr>
      <vt:lpstr>Local Referencing Environments </vt:lpstr>
      <vt:lpstr>   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MAYUR TAYDE</cp:lastModifiedBy>
  <cp:revision>1455</cp:revision>
  <dcterms:created xsi:type="dcterms:W3CDTF">2024-10-03T04:24:00Z</dcterms:created>
  <dcterms:modified xsi:type="dcterms:W3CDTF">2024-10-07T06:09:45Z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ICV">
    <vt:lpwstr>4DACD35A4A13495199C4287798C107E1_12</vt:lpwstr>
  </property>
  <property fmtid="{D5CDD505-2E9C-101B-9397-08002B2CF9AE}" pid="4" name="KSOProductBuildVer">
    <vt:lpwstr>1033-12.2.0.18586</vt:lpwstr>
  </property>
</Properties>
</file>