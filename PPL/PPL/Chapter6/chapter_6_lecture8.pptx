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87" r:id="rId5"/>
  </p:sldMasterIdLst>
  <p:notesMasterIdLst>
    <p:notesMasterId r:id="rId16"/>
  </p:notesMasterIdLst>
  <p:handoutMasterIdLst>
    <p:handoutMasterId r:id="rId17"/>
  </p:handoutMasterIdLst>
  <p:sldIdLst>
    <p:sldId id="286" r:id="rId6"/>
    <p:sldId id="808" r:id="rId7"/>
    <p:sldId id="809" r:id="rId8"/>
    <p:sldId id="839" r:id="rId9"/>
    <p:sldId id="840" r:id="rId10"/>
    <p:sldId id="841" r:id="rId11"/>
    <p:sldId id="842" r:id="rId12"/>
    <p:sldId id="843" r:id="rId13"/>
    <p:sldId id="844" r:id="rId14"/>
    <p:sldId id="532" r:id="rId1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4AA"/>
    <a:srgbClr val="0066FF"/>
    <a:srgbClr val="F96F07"/>
    <a:srgbClr val="F4220C"/>
    <a:srgbClr val="F94107"/>
    <a:srgbClr val="FC5D0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/>
    <p:restoredTop sz="94624"/>
  </p:normalViewPr>
  <p:slideViewPr>
    <p:cSldViewPr showGuides="1">
      <p:cViewPr varScale="1">
        <p:scale>
          <a:sx n="78" d="100"/>
          <a:sy n="78" d="100"/>
        </p:scale>
        <p:origin x="1738" y="43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240" y="367512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3EEEE-8657-406A-8528-002B58624345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11/29/2024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9T11:00:21.4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85,'2569'0,"-2549"-1,0-1,0-1,21-7,27-3,-52 10,0-1,0 0,25-11,-27 9,1 0,0 1,0 1,23-3,-15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397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1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2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3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4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5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6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7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8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  <a:t>9</a:t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  <a:t>‹#›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  <a:t>‹#›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  <a:t>‹#›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  <a:t>‹#›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  <a:t>‹#›</a:t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  <a:t>‹#›</a:t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2" name="Subtitle 7"/>
          <p:cNvSpPr>
            <a:spLocks noGrp="1"/>
          </p:cNvSpPr>
          <p:nvPr>
            <p:ph type="subTitle" idx="1"/>
          </p:nvPr>
        </p:nvSpPr>
        <p:spPr>
          <a:xfrm>
            <a:off x="1600200" y="1162685"/>
            <a:ext cx="6400800" cy="483235"/>
          </a:xfrm>
        </p:spPr>
        <p:txBody>
          <a:bodyPr vert="horz" wrap="square" lIns="91440" tIns="45720" rIns="91440" bIns="45720" anchor="t" anchorCtr="0"/>
          <a:lstStyle/>
          <a:p>
            <a:pPr>
              <a:buClrTx/>
              <a:buSzTx/>
            </a:pPr>
            <a:r>
              <a:rPr lang="en-US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Overview</a:t>
            </a:r>
          </a:p>
          <a:p>
            <a:pPr>
              <a:buClrTx/>
              <a:buSzTx/>
            </a:pPr>
            <a:endParaRPr lang="en-US" altLang="en-US" sz="2400" b="1" kern="12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0" y="163195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Context Free Grammer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Grammer?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Set of rules which will be useful to generate meaningful sentence.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CFG?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Context-Free Grammar (CFG) is a formal system that provides a set of production rules to define the syntax of a language.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 consists of a collection of rules or productions that describe how symbols in a language can be combined to form valid strings.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Here's a thorough explanation of CFG, along with its relationship to compiler design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CFG?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Context free grammer is defned by four tuples: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G={V,T,P,S}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V:Set of  varibles or non_terminal symbol.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These are placeholders for patterns of strings and can be replaced with other non-terminals or terminals.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They usually represent syntactic categories (e.g., expressions, statements).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6000D8-E1A8-816B-F415-5FF5B55306C7}"/>
                  </a:ext>
                </a:extLst>
              </p14:cNvPr>
              <p14:cNvContentPartPr/>
              <p14:nvPr/>
            </p14:nvContentPartPr>
            <p14:xfrm>
              <a:off x="3736483" y="3578110"/>
              <a:ext cx="1061280" cy="30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6000D8-E1A8-816B-F415-5FF5B55306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2483" y="3470110"/>
                <a:ext cx="1168920" cy="24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CFG?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Context free grammer is defned by four tuples: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G={V,T,P,S}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V:Set of  varibles or non_terminal symbol.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T: Set of Terminal Symbol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These are the actual symbols of the language that cannot be further decomposed. In programming languages, these might be keywords, operators, or identifiers.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CFG?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Context free grammer is defned by four tuples: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G={V,T,P,S}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V:Set of  varibles or non_terminal symbol.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T: Set of Terminal Symbol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P: Set of production rules </a:t>
            </a:r>
          </a:p>
          <a:p>
            <a:pPr marL="457200" indent="-457200">
              <a:buFont typeface="+mj-lt"/>
              <a:buAutoNum type="alphaLcParenR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alpha --&gt; beta</a:t>
            </a:r>
          </a:p>
          <a:p>
            <a:pPr marL="457200" indent="-457200">
              <a:buFont typeface="+mj-lt"/>
              <a:buAutoNum type="alphaLcParenR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alpha: Only one non terminal.</a:t>
            </a:r>
          </a:p>
          <a:p>
            <a:pPr marL="457200" indent="-457200">
              <a:buFont typeface="+mj-lt"/>
              <a:buAutoNum type="alphaLcParenR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beta: combination of V and T (VUT)*</a:t>
            </a:r>
          </a:p>
          <a:p>
            <a:pPr>
              <a:buFont typeface="+mj-lt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CFG?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Context free grammer is defned by four tuples: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G={V,T,P,S}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V:Set of  varibles or non_terminal symbol.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T: Set of Terminal Symbol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P: Set of production rules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S: Start Symbol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 → E+T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 →E-T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E→ 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 → T * 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 → T/F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 → 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 → (E)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 →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03669C-EA34-A07C-0B04-DBBB3791D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432" y="1136650"/>
            <a:ext cx="6019800" cy="40163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Example: 1) ((2+3)*(4-1)/5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2425"/>
            <a:ext cx="9034780" cy="40163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0" y="-228600"/>
            <a:ext cx="9144000" cy="5638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ctr" anchorCtr="0"/>
          <a:lstStyle/>
          <a:p>
            <a:r>
              <a:rPr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Thank You</a:t>
            </a:r>
            <a:endParaRPr sz="9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7" name="Content Placeholder 5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4419600"/>
          </a:xfrm>
        </p:spPr>
        <p:txBody>
          <a:bodyPr vert="horz" wrap="square" lIns="91440" tIns="45720" rIns="91440" bIns="45720" anchor="t" anchorCtr="0"/>
          <a:lstStyle/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8" name="Slide Number Placeholder 4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  <a:t>10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482</Words>
  <Application>Microsoft Office PowerPoint</Application>
  <PresentationFormat>On-screen Show (4:3)</PresentationFormat>
  <Paragraphs>159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Times New Roman</vt:lpstr>
      <vt:lpstr>2_Custom Design</vt:lpstr>
      <vt:lpstr>3_Custom Design</vt:lpstr>
      <vt:lpstr>1_Custom Design</vt:lpstr>
      <vt:lpstr>Custom Design</vt:lpstr>
      <vt:lpstr>4_Custom Design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tanishqtote2005@outlook.com</cp:lastModifiedBy>
  <cp:revision>1471</cp:revision>
  <dcterms:created xsi:type="dcterms:W3CDTF">2024-10-03T04:24:00Z</dcterms:created>
  <dcterms:modified xsi:type="dcterms:W3CDTF">2024-11-29T11:01:50Z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4DACD35A4A13495199C4287798C107E1_12</vt:lpwstr>
  </property>
  <property fmtid="{D5CDD505-2E9C-101B-9397-08002B2CF9AE}" pid="4" name="KSOProductBuildVer">
    <vt:lpwstr>1033-12.2.0.18586</vt:lpwstr>
  </property>
</Properties>
</file>