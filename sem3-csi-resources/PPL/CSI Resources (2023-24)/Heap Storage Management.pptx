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</p:sldIdLst>
  <p:sldSz cy="7559675" cx="10080625"/>
  <p:notesSz cx="7559675" cy="10691800"/>
  <p:embeddedFontLst>
    <p:embeddedFont>
      <p:font typeface="Gill Sans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http://customooxmlschemas.google.com/">
      <go:slidesCustomData xmlns:go="http://customooxmlschemas.google.com/" r:id="rId34" roundtripDataSignature="AMtx7mgwBhjhuZbpvljxsENP6U2bbDgm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9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18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11" Type="http://schemas.openxmlformats.org/officeDocument/2006/relationships/notesMaster" Target="notesMasters/notesMaster1.xml"/><Relationship Id="rId33" Type="http://schemas.openxmlformats.org/officeDocument/2006/relationships/font" Target="fonts/GillSans-bold.fntdata"/><Relationship Id="rId10" Type="http://schemas.openxmlformats.org/officeDocument/2006/relationships/slideMaster" Target="slideMasters/slideMaster7.xml"/><Relationship Id="rId32" Type="http://schemas.openxmlformats.org/officeDocument/2006/relationships/font" Target="fonts/GillSans-regular.fntdata"/><Relationship Id="rId13" Type="http://schemas.openxmlformats.org/officeDocument/2006/relationships/slide" Target="slides/slide2.xml"/><Relationship Id="rId12" Type="http://schemas.openxmlformats.org/officeDocument/2006/relationships/slide" Target="slides/slide1.xml"/><Relationship Id="rId34" Type="http://customschemas.google.com/relationships/presentationmetadata" Target="metadata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9" Type="http://schemas.openxmlformats.org/officeDocument/2006/relationships/slide" Target="slides/slide8.xml"/><Relationship Id="rId18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9900" y="0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3" name="Google Shape;143;p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755650" y="5078412"/>
            <a:ext cx="6048375" cy="4721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755650" y="5078412"/>
            <a:ext cx="6048375" cy="4721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755650" y="5078412"/>
            <a:ext cx="6048375" cy="4721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5" name="Google Shape;23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36" name="Google Shape;236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52" name="Google Shape;252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59" name="Google Shape;259;p16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60" name="Google Shape;260;p16:notes"/>
          <p:cNvSpPr txBox="1"/>
          <p:nvPr>
            <p:ph idx="1" type="body"/>
          </p:nvPr>
        </p:nvSpPr>
        <p:spPr>
          <a:xfrm>
            <a:off x="755650" y="5078412"/>
            <a:ext cx="6048375" cy="4721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6" name="Google Shape;26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67" name="Google Shape;267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2" name="Google Shape;27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3" name="Google Shape;273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0" name="Google Shape;28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81" name="Google Shape;281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 txBox="1"/>
          <p:nvPr/>
        </p:nvSpPr>
        <p:spPr>
          <a:xfrm>
            <a:off x="4279900" y="10156825"/>
            <a:ext cx="32781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7" name="Google Shape;28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88" name="Google Shape;288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661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/>
          <p:nvPr>
            <p:ph type="title"/>
          </p:nvPr>
        </p:nvSpPr>
        <p:spPr>
          <a:xfrm rot="5400000">
            <a:off x="5343420" y="2519788"/>
            <a:ext cx="6450223" cy="2016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" type="body"/>
          </p:nvPr>
        </p:nvSpPr>
        <p:spPr>
          <a:xfrm rot="5400000">
            <a:off x="1101156" y="461661"/>
            <a:ext cx="6450223" cy="613238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661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body"/>
          </p:nvPr>
        </p:nvSpPr>
        <p:spPr>
          <a:xfrm rot="5400000">
            <a:off x="3069431" y="108744"/>
            <a:ext cx="5292725" cy="826611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661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/>
          <p:nvPr>
            <p:ph type="title"/>
          </p:nvPr>
        </p:nvSpPr>
        <p:spPr>
          <a:xfrm>
            <a:off x="1582658" y="302387"/>
            <a:ext cx="8266113" cy="1259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 txBox="1"/>
          <p:nvPr>
            <p:ph type="title"/>
          </p:nvPr>
        </p:nvSpPr>
        <p:spPr>
          <a:xfrm>
            <a:off x="1582658" y="302387"/>
            <a:ext cx="8266113" cy="1259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" type="body"/>
          </p:nvPr>
        </p:nvSpPr>
        <p:spPr>
          <a:xfrm>
            <a:off x="1582658" y="1679928"/>
            <a:ext cx="4032250" cy="5140579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386080" lvl="0" marL="457200" algn="l">
              <a:lnSpc>
                <a:spcPct val="100000"/>
              </a:lnSpc>
              <a:spcBef>
                <a:spcPts val="661"/>
              </a:spcBef>
              <a:spcAft>
                <a:spcPts val="0"/>
              </a:spcAft>
              <a:buSzPts val="2480"/>
              <a:buChar char="⚫"/>
              <a:defRPr sz="3100"/>
            </a:lvl1pPr>
            <a:lvl2pPr indent="-393700" lvl="1" marL="91440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SzPts val="2600"/>
              <a:buChar char="◦"/>
              <a:defRPr sz="2600"/>
            </a:lvl2pPr>
            <a:lvl3pPr indent="-368300" lvl="2" marL="1371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●"/>
              <a:defRPr sz="22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2" type="body"/>
          </p:nvPr>
        </p:nvSpPr>
        <p:spPr>
          <a:xfrm>
            <a:off x="5816521" y="1679928"/>
            <a:ext cx="4032250" cy="5140579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386080" lvl="0" marL="457200" algn="l">
              <a:lnSpc>
                <a:spcPct val="100000"/>
              </a:lnSpc>
              <a:spcBef>
                <a:spcPts val="661"/>
              </a:spcBef>
              <a:spcAft>
                <a:spcPts val="0"/>
              </a:spcAft>
              <a:buSzPts val="2480"/>
              <a:buChar char="⚫"/>
              <a:defRPr sz="3100"/>
            </a:lvl1pPr>
            <a:lvl2pPr indent="-393700" lvl="1" marL="91440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SzPts val="2600"/>
              <a:buChar char="◦"/>
              <a:defRPr sz="2600"/>
            </a:lvl2pPr>
            <a:lvl3pPr indent="-368300" lvl="2" marL="1371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●"/>
              <a:defRPr sz="22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8"/>
          <p:cNvSpPr txBox="1"/>
          <p:nvPr>
            <p:ph type="ctrTitle"/>
          </p:nvPr>
        </p:nvSpPr>
        <p:spPr>
          <a:xfrm>
            <a:off x="1579298" y="396721"/>
            <a:ext cx="8165306" cy="1622810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7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8"/>
          <p:cNvSpPr txBox="1"/>
          <p:nvPr>
            <p:ph idx="1" type="subTitle"/>
          </p:nvPr>
        </p:nvSpPr>
        <p:spPr>
          <a:xfrm>
            <a:off x="1579298" y="2039353"/>
            <a:ext cx="8165306" cy="1931917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661"/>
              </a:spcBef>
              <a:spcAft>
                <a:spcPts val="0"/>
              </a:spcAft>
              <a:buSzPts val="2320"/>
              <a:buNone/>
              <a:defRPr sz="29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8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0"/>
          <p:cNvSpPr txBox="1"/>
          <p:nvPr>
            <p:ph type="title"/>
          </p:nvPr>
        </p:nvSpPr>
        <p:spPr>
          <a:xfrm>
            <a:off x="2842498" y="2866377"/>
            <a:ext cx="7056438" cy="251989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lv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400"/>
              <a:buFont typeface="Gill Sans"/>
              <a:buNone/>
              <a:defRPr b="1" sz="4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" type="body"/>
          </p:nvPr>
        </p:nvSpPr>
        <p:spPr>
          <a:xfrm>
            <a:off x="2842498" y="1175949"/>
            <a:ext cx="7056438" cy="1664178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-228600" lvl="0" marL="457200" algn="l">
              <a:lnSpc>
                <a:spcPct val="115227"/>
              </a:lnSpc>
              <a:spcBef>
                <a:spcPts val="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34110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0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2"/>
          <p:cNvSpPr txBox="1"/>
          <p:nvPr>
            <p:ph type="title"/>
          </p:nvPr>
        </p:nvSpPr>
        <p:spPr>
          <a:xfrm>
            <a:off x="504031" y="5688315"/>
            <a:ext cx="9072563" cy="1259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5000"/>
              <a:buFont typeface="Gill Sans"/>
              <a:buNone/>
              <a:defRPr b="1" sz="5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2"/>
          <p:cNvSpPr txBox="1"/>
          <p:nvPr>
            <p:ph idx="1" type="body"/>
          </p:nvPr>
        </p:nvSpPr>
        <p:spPr>
          <a:xfrm>
            <a:off x="504031" y="361866"/>
            <a:ext cx="4435475" cy="70557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SzPts val="1680"/>
              <a:buNone/>
              <a:defRPr b="0" sz="2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SzPts val="2200"/>
              <a:buNone/>
              <a:defRPr b="1" sz="2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4" name="Google Shape;94;p32"/>
          <p:cNvSpPr txBox="1"/>
          <p:nvPr>
            <p:ph idx="2" type="body"/>
          </p:nvPr>
        </p:nvSpPr>
        <p:spPr>
          <a:xfrm>
            <a:off x="5141119" y="361866"/>
            <a:ext cx="4435475" cy="70557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SzPts val="1680"/>
              <a:buNone/>
              <a:defRPr b="0" sz="2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SzPts val="2200"/>
              <a:buNone/>
              <a:defRPr b="1" sz="2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3" type="body"/>
          </p:nvPr>
        </p:nvSpPr>
        <p:spPr>
          <a:xfrm>
            <a:off x="504031" y="1068513"/>
            <a:ext cx="4435475" cy="4535805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360680" lvl="0" marL="4572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080"/>
              <a:buChar char="⚫"/>
              <a:defRPr sz="2600"/>
            </a:lvl1pPr>
            <a:lvl2pPr indent="-368300" lvl="1" marL="9144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200"/>
              <a:buChar char="◦"/>
              <a:defRPr sz="2200"/>
            </a:lvl2pPr>
            <a:lvl3pPr indent="-355600" lvl="2" marL="13716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6" name="Google Shape;96;p32"/>
          <p:cNvSpPr txBox="1"/>
          <p:nvPr>
            <p:ph idx="4" type="body"/>
          </p:nvPr>
        </p:nvSpPr>
        <p:spPr>
          <a:xfrm>
            <a:off x="5141119" y="1068513"/>
            <a:ext cx="4435475" cy="4535805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360680" lvl="0" marL="4572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080"/>
              <a:buChar char="⚫"/>
              <a:defRPr sz="2600"/>
            </a:lvl1pPr>
            <a:lvl2pPr indent="-368300" lvl="1" marL="9144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200"/>
              <a:buChar char="◦"/>
              <a:defRPr sz="2200"/>
            </a:lvl2pPr>
            <a:lvl3pPr indent="-355600" lvl="2" marL="13716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772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32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2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4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4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6"/>
          <p:cNvSpPr txBox="1"/>
          <p:nvPr>
            <p:ph type="title"/>
          </p:nvPr>
        </p:nvSpPr>
        <p:spPr>
          <a:xfrm>
            <a:off x="504031" y="238958"/>
            <a:ext cx="4200260" cy="1280945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rmAutofit/>
          </a:bodyPr>
          <a:lstStyle>
            <a:lvl1pPr lvl="0" algn="l">
              <a:lnSpc>
                <a:spcPct val="91875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400"/>
              <a:buFont typeface="Gill Sans"/>
              <a:buNone/>
              <a:defRPr b="1" sz="2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6"/>
          <p:cNvSpPr txBox="1"/>
          <p:nvPr>
            <p:ph idx="1" type="body"/>
          </p:nvPr>
        </p:nvSpPr>
        <p:spPr>
          <a:xfrm>
            <a:off x="504031" y="1550917"/>
            <a:ext cx="4200260" cy="769967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SzPts val="1300"/>
              <a:buNone/>
              <a:defRPr sz="13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21" name="Google Shape;121;p36"/>
          <p:cNvSpPr txBox="1"/>
          <p:nvPr>
            <p:ph idx="2" type="body"/>
          </p:nvPr>
        </p:nvSpPr>
        <p:spPr>
          <a:xfrm>
            <a:off x="504031" y="2351900"/>
            <a:ext cx="8988557" cy="4401061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661"/>
              </a:spcBef>
              <a:spcAft>
                <a:spcPts val="0"/>
              </a:spcAft>
              <a:buSzPts val="2800"/>
              <a:buChar char="⚫"/>
              <a:defRPr sz="3500"/>
            </a:lvl1pPr>
            <a:lvl2pPr indent="-425450" lvl="1" marL="91440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SzPts val="3100"/>
              <a:buChar char="◦"/>
              <a:defRPr sz="3100"/>
            </a:lvl2pPr>
            <a:lvl3pPr indent="-393700" lvl="2" marL="13716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Char char="●"/>
              <a:defRPr sz="2600"/>
            </a:lvl3pPr>
            <a:lvl4pPr indent="-368300" lvl="3" marL="18288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●"/>
              <a:defRPr sz="2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22" name="Google Shape;122;p36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6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6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8"/>
          <p:cNvSpPr txBox="1"/>
          <p:nvPr>
            <p:ph type="title"/>
          </p:nvPr>
        </p:nvSpPr>
        <p:spPr>
          <a:xfrm>
            <a:off x="6489894" y="1175950"/>
            <a:ext cx="3024188" cy="2183906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300"/>
              <a:buFont typeface="Gill Sans"/>
              <a:buNone/>
              <a:defRPr b="1"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8"/>
          <p:cNvSpPr/>
          <p:nvPr>
            <p:ph idx="2" type="pic"/>
          </p:nvPr>
        </p:nvSpPr>
        <p:spPr>
          <a:xfrm>
            <a:off x="924057" y="1259949"/>
            <a:ext cx="4872302" cy="3874120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50375" lIns="100775" spcFirstLastPara="1" rIns="100775" wrap="square" tIns="3023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661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7" name="Google Shape;137;p38"/>
          <p:cNvSpPr txBox="1"/>
          <p:nvPr>
            <p:ph idx="1" type="body"/>
          </p:nvPr>
        </p:nvSpPr>
        <p:spPr>
          <a:xfrm>
            <a:off x="924057" y="5291772"/>
            <a:ext cx="4872302" cy="839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-228600" lvl="0" marL="457200" algn="l">
              <a:lnSpc>
                <a:spcPct val="1176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77777"/>
                </a:solidFill>
              </a:defRPr>
            </a:lvl1pPr>
            <a:lvl2pPr indent="-311150" lvl="1" marL="91440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SzPts val="1300"/>
              <a:buChar char="◦"/>
              <a:defRPr sz="1300"/>
            </a:lvl2pPr>
            <a:lvl3pPr indent="-29845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Char char="●"/>
              <a:defRPr sz="11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38" name="Google Shape;138;p38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8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8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7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8.xml"/><Relationship Id="rId3" Type="http://schemas.openxmlformats.org/officeDocument/2006/relationships/theme" Target="../theme/theme5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9.xml"/><Relationship Id="rId3" Type="http://schemas.openxmlformats.org/officeDocument/2006/relationships/theme" Target="../theme/theme4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6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/>
        </p:nvSpPr>
        <p:spPr>
          <a:xfrm>
            <a:off x="-900112" y="-900112"/>
            <a:ext cx="1808162" cy="1806575"/>
          </a:xfrm>
          <a:custGeom>
            <a:rect b="b" l="l" r="r" t="t"/>
            <a:pathLst>
              <a:path extrusionOk="0" h="1806569" w="1806759">
                <a:moveTo>
                  <a:pt x="1806759" y="903285"/>
                </a:moveTo>
                <a:lnTo>
                  <a:pt x="1806759" y="903285"/>
                </a:lnTo>
                <a:cubicBezTo>
                  <a:pt x="1806759" y="1021950"/>
                  <a:pt x="1783372" y="1139460"/>
                  <a:pt x="1737939" y="1249086"/>
                </a:cubicBezTo>
                <a:cubicBezTo>
                  <a:pt x="1692506" y="1358711"/>
                  <a:pt x="1625911" y="1458318"/>
                  <a:pt x="1541967" y="1542201"/>
                </a:cubicBezTo>
                <a:cubicBezTo>
                  <a:pt x="1458024" y="1626084"/>
                  <a:pt x="1358365" y="1692611"/>
                  <a:pt x="1248700" y="1737971"/>
                </a:cubicBezTo>
                <a:cubicBezTo>
                  <a:pt x="1139035" y="1783331"/>
                  <a:pt x="1021498" y="1806643"/>
                  <a:pt x="902821" y="1806569"/>
                </a:cubicBezTo>
                <a:lnTo>
                  <a:pt x="903380" y="903285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cap="rnd" cmpd="sng" w="9525">
            <a:solidFill>
              <a:srgbClr val="D2C39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1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cap="rnd" cmpd="sng" w="27300">
            <a:solidFill>
              <a:srgbClr val="FFF6D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AFA58D">
                <a:alpha val="8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1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" name="Google Shape;13;p21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1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700"/>
              <a:buFont typeface="Gill Sans"/>
              <a:buNone/>
              <a:defRPr b="0" i="0" sz="47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1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661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21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9" name="Google Shape;19;p21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r="10800000" dist="38000">
              <a:srgbClr val="706B5F">
                <a:alpha val="2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/>
          <p:nvPr/>
        </p:nvSpPr>
        <p:spPr>
          <a:xfrm>
            <a:off x="-900112" y="-900112"/>
            <a:ext cx="1808162" cy="1806575"/>
          </a:xfrm>
          <a:custGeom>
            <a:rect b="b" l="l" r="r" t="t"/>
            <a:pathLst>
              <a:path extrusionOk="0" h="1806569" w="1806759">
                <a:moveTo>
                  <a:pt x="1806759" y="903285"/>
                </a:moveTo>
                <a:lnTo>
                  <a:pt x="1806759" y="903285"/>
                </a:lnTo>
                <a:cubicBezTo>
                  <a:pt x="1806759" y="1021950"/>
                  <a:pt x="1783372" y="1139460"/>
                  <a:pt x="1737939" y="1249086"/>
                </a:cubicBezTo>
                <a:cubicBezTo>
                  <a:pt x="1692506" y="1358711"/>
                  <a:pt x="1625911" y="1458318"/>
                  <a:pt x="1541967" y="1542201"/>
                </a:cubicBezTo>
                <a:cubicBezTo>
                  <a:pt x="1458024" y="1626084"/>
                  <a:pt x="1358365" y="1692611"/>
                  <a:pt x="1248700" y="1737971"/>
                </a:cubicBezTo>
                <a:cubicBezTo>
                  <a:pt x="1139035" y="1783331"/>
                  <a:pt x="1021498" y="1806643"/>
                  <a:pt x="902821" y="1806569"/>
                </a:cubicBezTo>
                <a:lnTo>
                  <a:pt x="903380" y="903285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cap="rnd" cmpd="sng" w="9525">
            <a:solidFill>
              <a:srgbClr val="D2C39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7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cap="rnd" cmpd="sng" w="27300">
            <a:solidFill>
              <a:srgbClr val="FFF6D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AFA58D">
                <a:alpha val="8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7"/>
          <p:cNvSpPr/>
          <p:nvPr/>
        </p:nvSpPr>
        <p:spPr>
          <a:xfrm rot="2315675">
            <a:off x="201614" y="1163027"/>
            <a:ext cx="1241025" cy="1215439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" name="Google Shape;54;p27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7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r="10800000" dist="38000">
              <a:srgbClr val="706B5F">
                <a:alpha val="2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7"/>
          <p:cNvSpPr/>
          <p:nvPr/>
        </p:nvSpPr>
        <p:spPr>
          <a:xfrm>
            <a:off x="1015816" y="1558455"/>
            <a:ext cx="231854" cy="231830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" name="Google Shape;57;p27"/>
          <p:cNvSpPr/>
          <p:nvPr/>
        </p:nvSpPr>
        <p:spPr>
          <a:xfrm>
            <a:off x="1276350" y="1482725"/>
            <a:ext cx="69850" cy="69850"/>
          </a:xfrm>
          <a:prstGeom prst="ellipse">
            <a:avLst/>
          </a:prstGeom>
          <a:noFill/>
          <a:ln cap="rnd" cmpd="sng" w="12700">
            <a:solidFill>
              <a:srgbClr val="307F93">
                <a:alpha val="59607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7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700"/>
              <a:buFont typeface="Gill Sans"/>
              <a:buNone/>
              <a:defRPr b="0" i="0" sz="47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9" name="Google Shape;59;p27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661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60" name="Google Shape;60;p27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27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27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9"/>
          <p:cNvSpPr txBox="1"/>
          <p:nvPr/>
        </p:nvSpPr>
        <p:spPr>
          <a:xfrm>
            <a:off x="2516187" y="0"/>
            <a:ext cx="756126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9"/>
          <p:cNvSpPr txBox="1"/>
          <p:nvPr/>
        </p:nvSpPr>
        <p:spPr>
          <a:xfrm>
            <a:off x="2519362" y="0"/>
            <a:ext cx="84137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r="10800000" dist="38000">
              <a:srgbClr val="706B5F">
                <a:alpha val="2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9"/>
          <p:cNvSpPr/>
          <p:nvPr/>
        </p:nvSpPr>
        <p:spPr>
          <a:xfrm>
            <a:off x="2394833" y="3102637"/>
            <a:ext cx="231854" cy="231830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29"/>
          <p:cNvSpPr/>
          <p:nvPr/>
        </p:nvSpPr>
        <p:spPr>
          <a:xfrm>
            <a:off x="2654300" y="3027362"/>
            <a:ext cx="71437" cy="69850"/>
          </a:xfrm>
          <a:prstGeom prst="ellipse">
            <a:avLst/>
          </a:prstGeom>
          <a:noFill/>
          <a:ln cap="rnd" cmpd="sng" w="12700">
            <a:solidFill>
              <a:srgbClr val="307F93">
                <a:alpha val="59607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9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700"/>
              <a:buFont typeface="Gill Sans"/>
              <a:buNone/>
              <a:defRPr b="0" i="0" sz="47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5" name="Google Shape;75;p29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661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76" name="Google Shape;76;p29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29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29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1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700"/>
              <a:buFont typeface="Gill Sans"/>
              <a:buNone/>
              <a:defRPr b="0" i="0" sz="47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7" name="Google Shape;87;p31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661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8" name="Google Shape;88;p31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31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31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3"/>
          <p:cNvSpPr txBox="1"/>
          <p:nvPr/>
        </p:nvSpPr>
        <p:spPr>
          <a:xfrm>
            <a:off x="1119187" y="0"/>
            <a:ext cx="8961437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3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r="10800000" dist="38000">
              <a:srgbClr val="706B5F">
                <a:alpha val="24705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3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700"/>
              <a:buFont typeface="Gill Sans"/>
              <a:buNone/>
              <a:defRPr b="0" i="0" sz="47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" name="Google Shape;104;p33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661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5" name="Google Shape;105;p33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33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33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5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700"/>
              <a:buFont typeface="Gill Sans"/>
              <a:buNone/>
              <a:defRPr b="0" i="0" sz="47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4" name="Google Shape;114;p35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661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5" name="Google Shape;115;p35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35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35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7"/>
          <p:cNvSpPr/>
          <p:nvPr/>
        </p:nvSpPr>
        <p:spPr>
          <a:xfrm>
            <a:off x="840052" y="1175950"/>
            <a:ext cx="5040313" cy="5039783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50375" lIns="100775" spcFirstLastPara="1" rIns="100775" wrap="square" tIns="302375">
            <a:normAutofit/>
          </a:bodyPr>
          <a:lstStyle/>
          <a:p>
            <a:pPr indent="0" lvl="0" marL="0" marR="0" rtl="0" algn="l">
              <a:lnSpc>
                <a:spcPct val="944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7" name="Google Shape;127;p37"/>
          <p:cNvSpPr/>
          <p:nvPr/>
        </p:nvSpPr>
        <p:spPr>
          <a:xfrm rot="-2160000">
            <a:off x="438150" y="1052512"/>
            <a:ext cx="755650" cy="225425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96000" dir="3299947" dist="25399" sy="96000">
              <a:srgbClr val="EBDAB1">
                <a:alpha val="39607"/>
              </a:srgb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7"/>
          <p:cNvSpPr/>
          <p:nvPr/>
        </p:nvSpPr>
        <p:spPr>
          <a:xfrm flipH="1" rot="2160000">
            <a:off x="5516562" y="1031875"/>
            <a:ext cx="715962" cy="225425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96000" dir="3299947" dist="25399" sy="96000">
              <a:schemeClr val="lt2">
                <a:alpha val="19607"/>
              </a:schemeClr>
            </a:outerShdw>
          </a:effectLst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7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700"/>
              <a:buFont typeface="Gill Sans"/>
              <a:buNone/>
              <a:defRPr b="0" i="0" sz="47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0" name="Google Shape;130;p37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661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lnSpc>
                <a:spcPct val="100000"/>
              </a:lnSpc>
              <a:spcBef>
                <a:spcPts val="606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1" name="Google Shape;131;p37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37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37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Autofit/>
          </a:bodyPr>
          <a:lstStyle>
            <a:lvl1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Arial"/>
              <a:buNone/>
              <a:defRPr b="0" i="0" sz="1300" u="none">
                <a:solidFill>
                  <a:srgbClr val="B5A7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38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Lambda Functions in LISP</a:t>
            </a:r>
            <a:endParaRPr/>
          </a:p>
        </p:txBody>
      </p:sp>
      <p:sp>
        <p:nvSpPr>
          <p:cNvPr id="147" name="Google Shape;147;p1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b="0" i="0" lang="en-US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&gt;&gt;(defun doubler (n) (lambda (x) (* x x)))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b="0" i="0" lang="en-US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&gt;&gt;(doubler 5)  -&gt; returns a object of function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b="0" i="0" lang="en-US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&gt;&gt;(funcall * 5) -&gt; '*' contains the last result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38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700"/>
              <a:buFont typeface="Gill Sans"/>
              <a:buNone/>
            </a:pPr>
            <a:r>
              <a:t/>
            </a:r>
            <a:endParaRPr sz="4700">
              <a:solidFill>
                <a:srgbClr val="562214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2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1778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b="0" i="0" lang="en-US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int *x  = (int *) malloc ((sizeof (int))) </a:t>
            </a:r>
            <a:endParaRPr/>
          </a:p>
          <a:p>
            <a:pPr indent="-17780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b="0" i="0" lang="en-US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*x = 10;</a:t>
            </a:r>
            <a:endParaRPr/>
          </a:p>
          <a:p>
            <a:pPr indent="-17780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b="0" i="0" lang="en-US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What will be the memory layout 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38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Storage Management</a:t>
            </a:r>
            <a:endParaRPr/>
          </a:p>
        </p:txBody>
      </p:sp>
      <p:sp>
        <p:nvSpPr>
          <p:cNvPr id="161" name="Google Shape;161;p3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23850" lvl="0" marL="43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75"/>
              <a:buFont typeface="Noto Sans Symbols"/>
              <a:buChar char="●"/>
            </a:pPr>
            <a:r>
              <a:rPr b="0" i="0" lang="en-US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Stack -&gt; variables , activation records </a:t>
            </a:r>
            <a:endParaRPr/>
          </a:p>
          <a:p>
            <a:pPr indent="-323850" lvl="0" marL="431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75"/>
              <a:buFont typeface="Noto Sans Symbols"/>
              <a:buChar char="●"/>
            </a:pPr>
            <a:r>
              <a:rPr b="0" i="0" lang="en-US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Heap -&gt; variables !!!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Heap storage</a:t>
            </a:r>
            <a:endParaRPr/>
          </a:p>
        </p:txBody>
      </p:sp>
      <p:sp>
        <p:nvSpPr>
          <p:cNvPr id="168" name="Google Shape;168;p4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4016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Dynamic allocation and stacks are generally incompatible.</a:t>
            </a:r>
            <a:endParaRPr/>
          </a:p>
          <a:p>
            <a:pPr indent="-341312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34661" lvl="0" marL="403177" marR="0" rtl="0" algn="l">
              <a:lnSpc>
                <a:spcPct val="100000"/>
              </a:lnSpc>
              <a:spcBef>
                <a:spcPts val="661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35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9" name="Google Shape;1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6112" y="1390650"/>
            <a:ext cx="5562600" cy="1931987"/>
          </a:xfrm>
          <a:prstGeom prst="rect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70" name="Google Shape;17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2312" y="4700587"/>
            <a:ext cx="5486400" cy="2432050"/>
          </a:xfrm>
          <a:prstGeom prst="rect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Stack and heap location</a:t>
            </a:r>
            <a:endParaRPr/>
          </a:p>
        </p:txBody>
      </p:sp>
      <p:sp>
        <p:nvSpPr>
          <p:cNvPr id="177" name="Google Shape;177;p5"/>
          <p:cNvSpPr txBox="1"/>
          <p:nvPr>
            <p:ph idx="1" type="body"/>
          </p:nvPr>
        </p:nvSpPr>
        <p:spPr>
          <a:xfrm>
            <a:off x="1230312" y="1595437"/>
            <a:ext cx="8618537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4016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Pointer X points to stack storage in procedure Q's activation record that no longer is live (exists) when procedure Q terminates. Such a reference is called a </a:t>
            </a:r>
            <a:r>
              <a:rPr b="0" i="0" lang="en-US" sz="32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dangling reference</a:t>
            </a:r>
            <a:r>
              <a:rPr b="0" i="0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/>
          </a:p>
          <a:p>
            <a:pPr indent="-149902" lvl="0" marL="403177" marR="0" rtl="0" algn="l">
              <a:lnSpc>
                <a:spcPct val="100000"/>
              </a:lnSpc>
              <a:spcBef>
                <a:spcPts val="661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8" name="Google Shape;1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0512" y="4624387"/>
            <a:ext cx="5486400" cy="2432050"/>
          </a:xfrm>
          <a:prstGeom prst="rect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Stack and heap location</a:t>
            </a:r>
            <a:endParaRPr/>
          </a:p>
        </p:txBody>
      </p:sp>
      <p:sp>
        <p:nvSpPr>
          <p:cNvPr id="185" name="Google Shape;185;p6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4016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35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Dynamic storage is usually a separate structure in C, Ada, Pascal ...</a:t>
            </a:r>
            <a:endParaRPr/>
          </a:p>
        </p:txBody>
      </p:sp>
      <p:pic>
        <p:nvPicPr>
          <p:cNvPr id="186" name="Google Shape;1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912" y="4313237"/>
            <a:ext cx="5715000" cy="2382837"/>
          </a:xfrm>
          <a:prstGeom prst="rect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Heap storage problems</a:t>
            </a:r>
            <a:endParaRPr/>
          </a:p>
        </p:txBody>
      </p:sp>
      <p:sp>
        <p:nvSpPr>
          <p:cNvPr id="193" name="Google Shape;193;p7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/>
          <a:p>
            <a:pPr indent="-341312" lvl="0" marL="40163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Major storage for ML, LISP and Prolog is a heap.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 storage - allocate(x)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free storage - free(x)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rPr b="0" i="0" lang="en-US" sz="22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Problems: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en-US" sz="22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Dangling reference: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allocate(x);y = x;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free(x); 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rPr b="0" i="0" lang="en-US" sz="22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y still points to allocated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en-US" sz="22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Inaccessible storage: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allocate(x);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allocate(x);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rPr b="0" i="0" lang="en-US" sz="22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first allocation to x now lost.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rPr b="0" i="0" lang="en-US" sz="22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Memory fragmentation</a:t>
            </a: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…(next slide)</a:t>
            </a:r>
            <a:endParaRPr/>
          </a:p>
        </p:txBody>
      </p:sp>
      <p:pic>
        <p:nvPicPr>
          <p:cNvPr id="194" name="Google Shape;1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4337" y="2667000"/>
            <a:ext cx="3000375" cy="1087437"/>
          </a:xfrm>
          <a:prstGeom prst="rect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95" name="Google Shape;19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2912" y="3962400"/>
            <a:ext cx="3038475" cy="1196975"/>
          </a:xfrm>
          <a:prstGeom prst="rect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Memory fragmentation</a:t>
            </a:r>
            <a:endParaRPr/>
          </a:p>
        </p:txBody>
      </p:sp>
      <p:sp>
        <p:nvSpPr>
          <p:cNvPr id="202" name="Google Shape;202;p8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/>
          <a:p>
            <a:pPr indent="-341312" lvl="0" marL="40163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Memory fragmentation:</a:t>
            </a:r>
            <a:endParaRPr/>
          </a:p>
          <a:p>
            <a:pPr indent="-341312" lvl="0" marL="40163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allocate(a);</a:t>
            </a:r>
            <a:endParaRPr/>
          </a:p>
          <a:p>
            <a:pPr indent="-341312" lvl="0" marL="40163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allocate(x);</a:t>
            </a:r>
            <a:endParaRPr/>
          </a:p>
          <a:p>
            <a:pPr indent="-341312" lvl="0" marL="40163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allocate(y);</a:t>
            </a:r>
            <a:endParaRPr/>
          </a:p>
          <a:p>
            <a:pPr indent="-341312" lvl="0" marL="40163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free(a);</a:t>
            </a:r>
            <a:endParaRPr/>
          </a:p>
          <a:p>
            <a:pPr indent="-341312" lvl="0" marL="40163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allocate(z);</a:t>
            </a:r>
            <a:endParaRPr/>
          </a:p>
          <a:p>
            <a:pPr indent="-341312" lvl="0" marL="40163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free(y);</a:t>
            </a:r>
            <a:endParaRPr/>
          </a:p>
          <a:p>
            <a:pPr indent="-341312" lvl="0" marL="40163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allocate(b);</a:t>
            </a:r>
            <a:endParaRPr/>
          </a:p>
          <a:p>
            <a:pPr indent="-341312" lvl="0" marL="40163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b="0" i="0" lang="en-US" sz="35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No contiguous space for b</a:t>
            </a:r>
            <a:endParaRPr/>
          </a:p>
        </p:txBody>
      </p:sp>
      <p:pic>
        <p:nvPicPr>
          <p:cNvPr id="203" name="Google Shape;2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2712" y="3205162"/>
            <a:ext cx="4811712" cy="1870075"/>
          </a:xfrm>
          <a:prstGeom prst="rect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38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How to solve this problem ?</a:t>
            </a:r>
            <a:endParaRPr/>
          </a:p>
        </p:txBody>
      </p:sp>
      <p:sp>
        <p:nvSpPr>
          <p:cNvPr id="210" name="Google Shape;210;p9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23850" lvl="0" marL="43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75"/>
              <a:buFont typeface="Noto Sans Symbols"/>
              <a:buChar char="●"/>
            </a:pPr>
            <a:r>
              <a:rPr b="0" i="0" lang="en-US" sz="35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Garbage Collection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Garbage collection goal</a:t>
            </a:r>
            <a:endParaRPr/>
          </a:p>
        </p:txBody>
      </p:sp>
      <p:sp>
        <p:nvSpPr>
          <p:cNvPr id="217" name="Google Shape;217;p10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/>
          <a:p>
            <a:pPr indent="-341312" lvl="0" marL="40163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Process to reclaim memory.(Solve </a:t>
            </a:r>
            <a:r>
              <a:rPr b="0" i="0" lang="en-US" sz="22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Fragmentation problem</a:t>
            </a: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.)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rPr b="0" i="0" lang="en-US" sz="22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Algorithm</a:t>
            </a: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You can do garbage collection if you know where every pointer is in a program. If you move the allocated storage, simply change the pointer to it.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8080"/>
              </a:buClr>
              <a:buSzPts val="1760"/>
              <a:buFont typeface="Courier New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is true in LISP, ML, Java, Prolog 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8080"/>
              </a:buClr>
              <a:buSzPts val="1760"/>
              <a:buFont typeface="Courier New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Not true in C, C++, Pascal, Ada</a:t>
            </a:r>
            <a:endParaRPr/>
          </a:p>
        </p:txBody>
      </p:sp>
      <p:pic>
        <p:nvPicPr>
          <p:cNvPr id="218" name="Google Shape;2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162" y="2451100"/>
            <a:ext cx="6076950" cy="1608137"/>
          </a:xfrm>
          <a:prstGeom prst="rect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200"/>
              <a:buFont typeface="Gill Sans"/>
              <a:buNone/>
            </a:pPr>
            <a:r>
              <a:rPr b="0" i="0" lang="en-US" sz="42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Garbage collection: Mark-sweep algorithm</a:t>
            </a:r>
            <a:endParaRPr/>
          </a:p>
        </p:txBody>
      </p:sp>
      <p:sp>
        <p:nvSpPr>
          <p:cNvPr id="225" name="Google Shape;225;p11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/>
          <a:p>
            <a:pPr indent="-341312" lvl="0" marL="40163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First assume fixed size blocks of size k. (Later blocks of size n*k.)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8080"/>
              </a:buClr>
              <a:buSzPts val="1520"/>
              <a:buFont typeface="Courier New"/>
              <a:buChar char="•"/>
            </a:pP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is the LISP case.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Two simple algorithms follow. (This is only an introduction to this topic. Many other algorithms exist)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Algorithm 1</a:t>
            </a: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Fixed size blocks; 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Two pass mark-sweep algorithm: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1. Keep a linked list (free list) of objects available to be allocated.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2. Allocate objects on demand.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3. Ignore free commands.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4. When out of space, perform garbage collection: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Pass 1. Mark every object still allocated.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Pass 2. Every unmarked objects added to free list of available blocks.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Heap storage errors</a:t>
            </a:r>
            <a:endParaRPr/>
          </a:p>
        </p:txBody>
      </p:sp>
      <p:sp>
        <p:nvSpPr>
          <p:cNvPr id="232" name="Google Shape;232;p12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/>
          <a:p>
            <a:pPr indent="-341312" lvl="0" marL="40163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Error conditions: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Dangling reference - Cannot occur. Each valid reference will be marked during sweep pass 1.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Inaccessible storage - Will be reclaimed during sweep pass 2.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Fragmentation - Does not occur; fixed size objects.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200"/>
              <a:buFont typeface="Gill Sans"/>
              <a:buNone/>
            </a:pPr>
            <a:r>
              <a:rPr b="0" i="0" lang="en-US" sz="42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Garbage collection: reference counts</a:t>
            </a:r>
            <a:endParaRPr/>
          </a:p>
        </p:txBody>
      </p:sp>
      <p:sp>
        <p:nvSpPr>
          <p:cNvPr id="239" name="Google Shape;239;p13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4016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0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Algorithm 2</a:t>
            </a:r>
            <a:r>
              <a:rPr b="0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/>
          </a:p>
          <a:p>
            <a:pPr indent="-341312" lvl="0" marL="40163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1. Associate a reference counter field, initially 0, with every allocated object.</a:t>
            </a:r>
            <a:endParaRPr/>
          </a:p>
          <a:p>
            <a:pPr indent="-341312" lvl="0" marL="40163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2. Each time a pointer is set to an object, up the reference counter by 1.</a:t>
            </a:r>
            <a:endParaRPr/>
          </a:p>
          <a:p>
            <a:pPr indent="-341312" lvl="0" marL="40163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3. Each time a pointer no longer points to an object, decrease the reference counter by 1.</a:t>
            </a:r>
            <a:endParaRPr/>
          </a:p>
          <a:p>
            <a:pPr indent="-341312" lvl="0" marL="40163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4. If reference counter ever is to 0, then free object.</a:t>
            </a:r>
            <a:endParaRPr/>
          </a:p>
        </p:txBody>
      </p:sp>
      <p:pic>
        <p:nvPicPr>
          <p:cNvPr id="240" name="Google Shape;2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0537" y="5227637"/>
            <a:ext cx="4295775" cy="1771650"/>
          </a:xfrm>
          <a:prstGeom prst="rect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200"/>
              <a:buFont typeface="Gill Sans"/>
              <a:buNone/>
            </a:pPr>
            <a:r>
              <a:rPr b="0" i="0" lang="en-US" sz="42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Garbage collection: reference counts</a:t>
            </a:r>
            <a:endParaRPr/>
          </a:p>
        </p:txBody>
      </p:sp>
      <p:sp>
        <p:nvSpPr>
          <p:cNvPr id="247" name="Google Shape;247;p14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4016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Error conditions</a:t>
            </a:r>
            <a:r>
              <a:rPr b="0" i="0" lang="en-US" sz="2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/>
          </a:p>
          <a:p>
            <a:pPr indent="-341312" lvl="0" marL="40163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Dangling reference - Cannot occur. Reference count is 0 only when nothing points to it.</a:t>
            </a:r>
            <a:endParaRPr/>
          </a:p>
          <a:p>
            <a:pPr indent="-341312" lvl="0" marL="40163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Fragmentation - Cannot occur. All objects are fixed size.</a:t>
            </a:r>
            <a:endParaRPr/>
          </a:p>
          <a:p>
            <a:pPr indent="-341312" lvl="0" marL="40163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Inaccessible storage - Can still occur, but not easily. </a:t>
            </a:r>
            <a:endParaRPr/>
          </a:p>
        </p:txBody>
      </p:sp>
      <p:pic>
        <p:nvPicPr>
          <p:cNvPr id="248" name="Google Shape;2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0537" y="5227637"/>
            <a:ext cx="4295775" cy="1771650"/>
          </a:xfrm>
          <a:prstGeom prst="rect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LISP data structures</a:t>
            </a:r>
            <a:endParaRPr/>
          </a:p>
        </p:txBody>
      </p:sp>
      <p:sp>
        <p:nvSpPr>
          <p:cNvPr id="255" name="Google Shape;255;p15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134661" lvl="0" marL="40317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sz="3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56" name="Google Shape;2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404937"/>
            <a:ext cx="6869112" cy="6115050"/>
          </a:xfrm>
          <a:prstGeom prst="rect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38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Tracing Execution </a:t>
            </a:r>
            <a:endParaRPr/>
          </a:p>
        </p:txBody>
      </p:sp>
      <p:sp>
        <p:nvSpPr>
          <p:cNvPr id="263" name="Google Shape;263;p16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38800">
            <a:noAutofit/>
          </a:bodyPr>
          <a:lstStyle/>
          <a:p>
            <a:pPr indent="-341312" lvl="0" marL="401637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⚫"/>
            </a:pPr>
            <a:r>
              <a:rPr b="0" i="0" lang="en-US" sz="2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(defun f1(x y z) (cons x (f2 y z ) ) )</a:t>
            </a:r>
            <a:endParaRPr/>
          </a:p>
          <a:p>
            <a:pPr indent="-341312" lvl="0" marL="401637" marR="0" rtl="0" algn="l">
              <a:lnSpc>
                <a:spcPct val="89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⚫"/>
            </a:pPr>
            <a:r>
              <a:rPr b="0" i="0" lang="en-US" sz="2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(defun f2(v w) (cons v w) 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0"/>
            <a:ext cx="8621712" cy="7450137"/>
          </a:xfrm>
          <a:prstGeom prst="rect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200"/>
              <a:buFont typeface="Gill Sans"/>
              <a:buNone/>
            </a:pPr>
            <a:r>
              <a:rPr b="0" i="0" lang="en-US" sz="42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Memory compaction: Variable-size elements</a:t>
            </a:r>
            <a:endParaRPr/>
          </a:p>
        </p:txBody>
      </p:sp>
      <p:sp>
        <p:nvSpPr>
          <p:cNvPr id="276" name="Google Shape;276;p18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1312" lvl="0" marL="4016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With variable sized blocks, the previous two algorithms will not work.</a:t>
            </a:r>
            <a:endParaRPr/>
          </a:p>
          <a:p>
            <a:pPr indent="-341312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the left heap below, a block of size 3 cannot be allocated, even though 7 blocks are free.</a:t>
            </a:r>
            <a:endParaRPr/>
          </a:p>
          <a:p>
            <a:pPr indent="-341312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341312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the allocated blocks are moved to the start of the heap (compaction) and the free blocks collected, then a block of size up to 7 can be allocated.</a:t>
            </a:r>
            <a:endParaRPr/>
          </a:p>
        </p:txBody>
      </p:sp>
      <p:pic>
        <p:nvPicPr>
          <p:cNvPr id="277" name="Google Shape;2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9912" y="5913437"/>
            <a:ext cx="6248400" cy="1654175"/>
          </a:xfrm>
          <a:prstGeom prst="rect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Compaction algorithm</a:t>
            </a:r>
            <a:endParaRPr/>
          </a:p>
        </p:txBody>
      </p:sp>
      <p:sp>
        <p:nvSpPr>
          <p:cNvPr id="284" name="Google Shape;284;p19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/>
          <a:p>
            <a:pPr indent="-341312" lvl="0" marL="40163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variable sized blocks, in pass 2 of the mark-sweep algorithm: 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Move blocks to top of storage 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Need to reset pointers that point to the old storage location to now point to the new storage. 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How to do this?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 </a:t>
            </a:r>
            <a:r>
              <a:rPr b="0" i="0" lang="en-US" sz="19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tombstones</a:t>
            </a: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and two storage areas, an A area and a B area: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1. Fill area A.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2. When A fills, do mark-sweep algorithm.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3. Move all allocated storage to start of B area. Leave marker in A area so other pointers pointing to this object can be modified.</a:t>
            </a:r>
            <a:endParaRPr/>
          </a:p>
          <a:p>
            <a:pPr indent="-341312" lvl="0" marL="401637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4. After everything moved, area A can discarded. Allocate in B and later compact from B back to A.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200"/>
              <a:buFont typeface="Gill Sans"/>
              <a:buNone/>
            </a:pPr>
            <a:r>
              <a:rPr b="0" i="0" lang="en-US" sz="42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Compaction algorithm (continued)</a:t>
            </a:r>
            <a:endParaRPr/>
          </a:p>
        </p:txBody>
      </p:sp>
      <p:sp>
        <p:nvSpPr>
          <p:cNvPr id="291" name="Google Shape;291;p20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134661" lvl="0" marL="40317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sz="3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92" name="Google Shape;2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8475" y="2168525"/>
            <a:ext cx="6700837" cy="2373312"/>
          </a:xfrm>
          <a:prstGeom prst="rect">
            <a:avLst/>
          </a:prstGeom>
          <a:noFill/>
          <a:ln cap="flat" cmpd="sng" w="126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4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5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6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2012-04-26T06:01:51Z</dcterms:created>
  <dc:creator>vaibhav</dc:creator>
</cp:coreProperties>
</file>