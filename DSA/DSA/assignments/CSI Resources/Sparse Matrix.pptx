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6985000" cy="92821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203">
          <p15:clr>
            <a:srgbClr val="000000"/>
          </p15:clr>
        </p15:guide>
        <p15:guide id="2" pos="2920">
          <p15:clr>
            <a:srgbClr val="000000"/>
          </p15:clr>
        </p15:guide>
      </p15:notesGuideLst>
    </p:ext>
    <p:ext uri="http://customooxmlschemas.google.com/">
      <go:slidesCustomData xmlns:go="http://customooxmlschemas.google.com/" r:id="rId32" roundtripDataSignature="AMtx7mg1CGXnxWQRHJYeaS+i9IgYQBN0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0E80B7D-D2CB-474B-BAB5-8A5BB8C590A5}">
  <a:tblStyle styleId="{00E80B7D-D2CB-474B-BAB5-8A5BB8C590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203" orient="horz"/>
        <p:guide pos="292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27362" cy="463550"/>
          </a:xfrm>
          <a:prstGeom prst="rect">
            <a:avLst/>
          </a:prstGeom>
          <a:noFill/>
          <a:ln>
            <a:noFill/>
          </a:ln>
        </p:spPr>
        <p:txBody>
          <a:bodyPr anchorCtr="0" anchor="t" bIns="0" lIns="19350" spcFirstLastPara="1" rIns="19350" wrap="square" tIns="0">
            <a:noAutofit/>
          </a:bodyPr>
          <a:lstStyle>
            <a:lvl1pPr lvl="0"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957637" y="0"/>
            <a:ext cx="3027362" cy="463550"/>
          </a:xfrm>
          <a:prstGeom prst="rect">
            <a:avLst/>
          </a:prstGeom>
          <a:noFill/>
          <a:ln>
            <a:noFill/>
          </a:ln>
        </p:spPr>
        <p:txBody>
          <a:bodyPr anchorCtr="0" anchor="t" bIns="0" lIns="19350" spcFirstLastPara="1" rIns="19350" wrap="square" tIns="0">
            <a:noAutofit/>
          </a:bodyPr>
          <a:lstStyle>
            <a:lvl1pPr lvl="0"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931862" y="4408487"/>
            <a:ext cx="5121275" cy="4176712"/>
          </a:xfrm>
          <a:prstGeom prst="rect">
            <a:avLst/>
          </a:prstGeom>
          <a:noFill/>
          <a:ln>
            <a:noFill/>
          </a:ln>
        </p:spPr>
        <p:txBody>
          <a:bodyPr anchorCtr="0" anchor="t" bIns="46775" lIns="93575" spcFirstLastPara="1" rIns="93575" wrap="square" tIns="4677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818562"/>
            <a:ext cx="3027362" cy="463550"/>
          </a:xfrm>
          <a:prstGeom prst="rect">
            <a:avLst/>
          </a:prstGeom>
          <a:noFill/>
          <a:ln>
            <a:noFill/>
          </a:ln>
        </p:spPr>
        <p:txBody>
          <a:bodyPr anchorCtr="0" anchor="b" bIns="0" lIns="19350" spcFirstLastPara="1" rIns="19350" wrap="square" tIns="0">
            <a:noAutofit/>
          </a:bodyPr>
          <a:lstStyle>
            <a:lvl1pPr lvl="0"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0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957637" y="8818562"/>
            <a:ext cx="3027362" cy="463550"/>
          </a:xfrm>
          <a:prstGeom prst="rect">
            <a:avLst/>
          </a:prstGeom>
          <a:noFill/>
          <a:ln>
            <a:noFill/>
          </a:ln>
        </p:spPr>
        <p:txBody>
          <a:bodyPr anchorCtr="0" anchor="b" bIns="0" lIns="19350" spcFirstLastPara="1" rIns="193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31862" y="4408487"/>
            <a:ext cx="5121275" cy="4176712"/>
          </a:xfrm>
          <a:prstGeom prst="rect">
            <a:avLst/>
          </a:prstGeom>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nvSpPr>
        <p:spPr>
          <a:xfrm>
            <a:off x="3957637" y="8818562"/>
            <a:ext cx="3027362" cy="463550"/>
          </a:xfrm>
          <a:prstGeom prst="rect">
            <a:avLst/>
          </a:prstGeom>
          <a:noFill/>
          <a:ln>
            <a:noFill/>
          </a:ln>
        </p:spPr>
        <p:txBody>
          <a:bodyPr anchorCtr="0" anchor="b" bIns="0" lIns="19350" spcFirstLastPara="1" rIns="193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cap="none" strike="noStrike">
                <a:solidFill>
                  <a:srgbClr val="000000"/>
                </a:solidFill>
                <a:latin typeface="Times New Roman"/>
                <a:ea typeface="Times New Roman"/>
                <a:cs typeface="Times New Roman"/>
                <a:sym typeface="Times New Roman"/>
              </a:rPr>
              <a:t>‹#›</a:t>
            </a:fld>
            <a:endParaRPr/>
          </a:p>
        </p:txBody>
      </p:sp>
      <p:sp>
        <p:nvSpPr>
          <p:cNvPr id="92" name="Google Shape;92;p2: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2:notes"/>
          <p:cNvSpPr txBox="1"/>
          <p:nvPr>
            <p:ph idx="1" type="body"/>
          </p:nvPr>
        </p:nvSpPr>
        <p:spPr>
          <a:xfrm>
            <a:off x="931862" y="4408487"/>
            <a:ext cx="5121275" cy="4176712"/>
          </a:xfrm>
          <a:prstGeom prst="rect">
            <a:avLst/>
          </a:prstGeom>
          <a:noFill/>
          <a:ln>
            <a:noFill/>
          </a:ln>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nvSpPr>
        <p:spPr>
          <a:xfrm>
            <a:off x="3957637" y="8818562"/>
            <a:ext cx="3027362" cy="463550"/>
          </a:xfrm>
          <a:prstGeom prst="rect">
            <a:avLst/>
          </a:prstGeom>
          <a:noFill/>
          <a:ln>
            <a:noFill/>
          </a:ln>
        </p:spPr>
        <p:txBody>
          <a:bodyPr anchorCtr="0" anchor="b" bIns="0" lIns="19350" spcFirstLastPara="1" rIns="193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cap="none" strike="noStrike">
                <a:solidFill>
                  <a:srgbClr val="000000"/>
                </a:solidFill>
                <a:latin typeface="Times New Roman"/>
                <a:ea typeface="Times New Roman"/>
                <a:cs typeface="Times New Roman"/>
                <a:sym typeface="Times New Roman"/>
              </a:rPr>
              <a:t>‹#›</a:t>
            </a:fld>
            <a:endParaRPr/>
          </a:p>
        </p:txBody>
      </p:sp>
      <p:sp>
        <p:nvSpPr>
          <p:cNvPr id="99" name="Google Shape;99;p3: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3:notes"/>
          <p:cNvSpPr txBox="1"/>
          <p:nvPr>
            <p:ph idx="1" type="body"/>
          </p:nvPr>
        </p:nvSpPr>
        <p:spPr>
          <a:xfrm>
            <a:off x="931862" y="4408487"/>
            <a:ext cx="5121275" cy="4176712"/>
          </a:xfrm>
          <a:prstGeom prst="rect">
            <a:avLst/>
          </a:prstGeom>
          <a:noFill/>
          <a:ln>
            <a:noFill/>
          </a:ln>
        </p:spPr>
        <p:txBody>
          <a:bodyPr anchorCtr="0" anchor="t" bIns="46775" lIns="93575" spcFirstLastPara="1" rIns="93575" wrap="square" tIns="46775">
            <a:noAutofit/>
          </a:bodyPr>
          <a:lstStyle/>
          <a:p>
            <a:pPr indent="0" lvl="0" marL="0" rtl="0" algn="l">
              <a:spcBef>
                <a:spcPts val="0"/>
              </a:spcBef>
              <a:spcAft>
                <a:spcPts val="0"/>
              </a:spcAft>
              <a:buSzPts val="1800"/>
              <a:buNone/>
            </a:pPr>
            <a:r>
              <a:rPr lang="en-US"/>
              <a:t>Assume that flight(i,j) = null if there is no flight from i to j. Of the 1 million entries in the flight matrix at most 20,000 can be nonnull as each nonnull entry represents at least 1 different flight. So we need to store at most 20,000 nonnull entries.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nvSpPr>
        <p:spPr>
          <a:xfrm>
            <a:off x="3957637" y="8818562"/>
            <a:ext cx="3027362" cy="463550"/>
          </a:xfrm>
          <a:prstGeom prst="rect">
            <a:avLst/>
          </a:prstGeom>
          <a:noFill/>
          <a:ln>
            <a:noFill/>
          </a:ln>
        </p:spPr>
        <p:txBody>
          <a:bodyPr anchorCtr="0" anchor="b" bIns="0" lIns="19350" spcFirstLastPara="1" rIns="193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cap="none" strike="noStrike">
                <a:solidFill>
                  <a:srgbClr val="000000"/>
                </a:solidFill>
                <a:latin typeface="Times New Roman"/>
                <a:ea typeface="Times New Roman"/>
                <a:cs typeface="Times New Roman"/>
                <a:sym typeface="Times New Roman"/>
              </a:rPr>
              <a:t>‹#›</a:t>
            </a:fld>
            <a:endParaRPr/>
          </a:p>
        </p:txBody>
      </p:sp>
      <p:sp>
        <p:nvSpPr>
          <p:cNvPr id="106" name="Google Shape;106;p4: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4:notes"/>
          <p:cNvSpPr txBox="1"/>
          <p:nvPr>
            <p:ph idx="1" type="body"/>
          </p:nvPr>
        </p:nvSpPr>
        <p:spPr>
          <a:xfrm>
            <a:off x="931862" y="4408487"/>
            <a:ext cx="5121275" cy="4176712"/>
          </a:xfrm>
          <a:prstGeom prst="rect">
            <a:avLst/>
          </a:prstGeom>
          <a:noFill/>
          <a:ln>
            <a:noFill/>
          </a:ln>
        </p:spPr>
        <p:txBody>
          <a:bodyPr anchorCtr="0" anchor="t" bIns="46775" lIns="93575" spcFirstLastPara="1" rIns="93575" wrap="square" tIns="46775">
            <a:noAutofit/>
          </a:bodyPr>
          <a:lstStyle/>
          <a:p>
            <a:pPr indent="0" lvl="0" marL="0" rtl="0" algn="l">
              <a:spcBef>
                <a:spcPts val="0"/>
              </a:spcBef>
              <a:spcAft>
                <a:spcPts val="0"/>
              </a:spcAft>
              <a:buSzPts val="1800"/>
              <a:buNone/>
            </a:pPr>
            <a:r>
              <a:rPr lang="en-US"/>
              <a:t>Web page analyses are done using a matrix such as web(*,*). See IEEE Computer, August 1999, p 60, for a paper that describes Web analysis based on such a matrix. Operations such as matrix transpose and multiply are used.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nvSpPr>
        <p:spPr>
          <a:xfrm>
            <a:off x="3957637" y="8818562"/>
            <a:ext cx="3027362" cy="463550"/>
          </a:xfrm>
          <a:prstGeom prst="rect">
            <a:avLst/>
          </a:prstGeom>
          <a:noFill/>
          <a:ln>
            <a:noFill/>
          </a:ln>
        </p:spPr>
        <p:txBody>
          <a:bodyPr anchorCtr="0" anchor="b" bIns="0" lIns="19350" spcFirstLastPara="1" rIns="193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cap="none" strike="noStrike">
                <a:solidFill>
                  <a:srgbClr val="000000"/>
                </a:solidFill>
                <a:latin typeface="Times New Roman"/>
                <a:ea typeface="Times New Roman"/>
                <a:cs typeface="Times New Roman"/>
                <a:sym typeface="Times New Roman"/>
              </a:rPr>
              <a:t>‹#›</a:t>
            </a:fld>
            <a:endParaRPr/>
          </a:p>
        </p:txBody>
      </p:sp>
      <p:sp>
        <p:nvSpPr>
          <p:cNvPr id="113" name="Google Shape;113;p5: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5:notes"/>
          <p:cNvSpPr txBox="1"/>
          <p:nvPr>
            <p:ph idx="1" type="body"/>
          </p:nvPr>
        </p:nvSpPr>
        <p:spPr>
          <a:xfrm>
            <a:off x="931862" y="4408487"/>
            <a:ext cx="5121275" cy="4176712"/>
          </a:xfrm>
          <a:prstGeom prst="rect">
            <a:avLst/>
          </a:prstGeom>
          <a:noFill/>
          <a:ln>
            <a:noFill/>
          </a:ln>
        </p:spPr>
        <p:txBody>
          <a:bodyPr anchorCtr="0" anchor="t" bIns="46775" lIns="93575" spcFirstLastPara="1" rIns="93575" wrap="square" tIns="46775">
            <a:noAutofit/>
          </a:bodyPr>
          <a:lstStyle/>
          <a:p>
            <a:pPr indent="0" lvl="0" marL="0" rtl="0" algn="l">
              <a:spcBef>
                <a:spcPts val="0"/>
              </a:spcBef>
              <a:spcAft>
                <a:spcPts val="0"/>
              </a:spcAft>
              <a:buSzPts val="1800"/>
              <a:buNone/>
            </a:pPr>
            <a:r>
              <a:rPr lang="en-US"/>
              <a:t>On average, 10 entries in each row are nonzero.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931862" y="4408487"/>
            <a:ext cx="5121275" cy="4176712"/>
          </a:xfrm>
          <a:prstGeom prst="rect">
            <a:avLst/>
          </a:prstGeom>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
        <p:nvSpPr>
          <p:cNvPr id="120" name="Google Shape;120;p6: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931862" y="4408487"/>
            <a:ext cx="5121275" cy="4176712"/>
          </a:xfrm>
          <a:prstGeom prst="rect">
            <a:avLst/>
          </a:prstGeom>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931862" y="4408487"/>
            <a:ext cx="5121275" cy="4176712"/>
          </a:xfrm>
          <a:prstGeom prst="rect">
            <a:avLst/>
          </a:prstGeom>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
        <p:nvSpPr>
          <p:cNvPr id="132" name="Google Shape;132;p8: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nvSpPr>
        <p:spPr>
          <a:xfrm>
            <a:off x="3957637" y="8818562"/>
            <a:ext cx="3027362" cy="463550"/>
          </a:xfrm>
          <a:prstGeom prst="rect">
            <a:avLst/>
          </a:prstGeom>
          <a:noFill/>
          <a:ln>
            <a:noFill/>
          </a:ln>
        </p:spPr>
        <p:txBody>
          <a:bodyPr anchorCtr="0" anchor="b" bIns="0" lIns="19350" spcFirstLastPara="1" rIns="193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a:solidFill>
                  <a:srgbClr val="000000"/>
                </a:solidFill>
                <a:latin typeface="Times New Roman"/>
                <a:ea typeface="Times New Roman"/>
                <a:cs typeface="Times New Roman"/>
                <a:sym typeface="Times New Roman"/>
              </a:rPr>
              <a:t>‹#›</a:t>
            </a:fld>
            <a:endParaRPr/>
          </a:p>
        </p:txBody>
      </p:sp>
      <p:sp>
        <p:nvSpPr>
          <p:cNvPr id="148" name="Google Shape;148;p9: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9:notes"/>
          <p:cNvSpPr txBox="1"/>
          <p:nvPr>
            <p:ph idx="1" type="body"/>
          </p:nvPr>
        </p:nvSpPr>
        <p:spPr>
          <a:xfrm>
            <a:off x="931862" y="4408487"/>
            <a:ext cx="5121275" cy="4176712"/>
          </a:xfrm>
          <a:prstGeom prst="rect">
            <a:avLst/>
          </a:prstGeom>
          <a:noFill/>
          <a:ln>
            <a:noFill/>
          </a:ln>
        </p:spPr>
        <p:txBody>
          <a:bodyPr anchorCtr="0" anchor="t" bIns="46775" lIns="93575" spcFirstLastPara="1" rIns="93575" wrap="square" tIns="46775">
            <a:noAutofit/>
          </a:bodyPr>
          <a:lstStyle/>
          <a:p>
            <a:pPr indent="0" lvl="0" marL="0" rtl="0" algn="l">
              <a:spcBef>
                <a:spcPts val="0"/>
              </a:spcBef>
              <a:spcAft>
                <a:spcPts val="0"/>
              </a:spcAft>
              <a:buSzPts val="1800"/>
              <a:buNone/>
            </a:pPr>
            <a:r>
              <a:rPr lang="en-US"/>
              <a:t>The single linear list has 6 elements. Each list element is a triple (row, column, value).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0:notes"/>
          <p:cNvSpPr txBox="1"/>
          <p:nvPr>
            <p:ph idx="1" type="body"/>
          </p:nvPr>
        </p:nvSpPr>
        <p:spPr>
          <a:xfrm>
            <a:off x="931862" y="4408487"/>
            <a:ext cx="5121275" cy="4176712"/>
          </a:xfrm>
          <a:prstGeom prst="rect">
            <a:avLst/>
          </a:prstGeom>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
        <p:nvSpPr>
          <p:cNvPr id="164" name="Google Shape;164;p10: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txBox="1"/>
          <p:nvPr/>
        </p:nvSpPr>
        <p:spPr>
          <a:xfrm>
            <a:off x="3957637" y="8818562"/>
            <a:ext cx="3027362" cy="463550"/>
          </a:xfrm>
          <a:prstGeom prst="rect">
            <a:avLst/>
          </a:prstGeom>
          <a:noFill/>
          <a:ln>
            <a:noFill/>
          </a:ln>
        </p:spPr>
        <p:txBody>
          <a:bodyPr anchorCtr="0" anchor="b" bIns="0" lIns="19350" spcFirstLastPara="1" rIns="193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a:solidFill>
                  <a:srgbClr val="000000"/>
                </a:solidFill>
                <a:latin typeface="Times New Roman"/>
                <a:ea typeface="Times New Roman"/>
                <a:cs typeface="Times New Roman"/>
                <a:sym typeface="Times New Roman"/>
              </a:rPr>
              <a:t>‹#›</a:t>
            </a:fld>
            <a:endParaRPr/>
          </a:p>
        </p:txBody>
      </p:sp>
      <p:sp>
        <p:nvSpPr>
          <p:cNvPr id="170" name="Google Shape;170;p11: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11:notes"/>
          <p:cNvSpPr txBox="1"/>
          <p:nvPr>
            <p:ph idx="1" type="body"/>
          </p:nvPr>
        </p:nvSpPr>
        <p:spPr>
          <a:xfrm>
            <a:off x="931862" y="4408487"/>
            <a:ext cx="5121275" cy="4176712"/>
          </a:xfrm>
          <a:prstGeom prst="rect">
            <a:avLst/>
          </a:prstGeom>
          <a:noFill/>
          <a:ln>
            <a:noFill/>
          </a:ln>
        </p:spPr>
        <p:txBody>
          <a:bodyPr anchorCtr="0" anchor="t" bIns="46775" lIns="93575" spcFirstLastPara="1" rIns="93575" wrap="square" tIns="46775">
            <a:noAutofit/>
          </a:bodyPr>
          <a:lstStyle/>
          <a:p>
            <a:pPr indent="0" lvl="0" marL="0" rtl="0" algn="l">
              <a:spcBef>
                <a:spcPts val="0"/>
              </a:spcBef>
              <a:spcAft>
                <a:spcPts val="0"/>
              </a:spcAft>
              <a:buSzPts val="1800"/>
              <a:buNone/>
            </a:pPr>
            <a:r>
              <a:rPr lang="en-US"/>
              <a:t>The drawing, above, assumes a custom class for matrices. This custom class does not use the class Chain.</a:t>
            </a:r>
            <a:endParaRPr/>
          </a:p>
          <a:p>
            <a:pPr indent="0" lvl="0" marL="0" rtl="0" algn="l">
              <a:spcBef>
                <a:spcPts val="0"/>
              </a:spcBef>
              <a:spcAft>
                <a:spcPts val="0"/>
              </a:spcAft>
              <a:buSzPts val="1800"/>
              <a:buNone/>
            </a:pPr>
            <a:r>
              <a:rPr lang="en-US"/>
              <a:t>If you want to use the class Chain, the fields row, col, and value need to be in another</a:t>
            </a:r>
            <a:endParaRPr/>
          </a:p>
          <a:p>
            <a:pPr indent="0" lvl="0" marL="0" rtl="0" algn="l">
              <a:spcBef>
                <a:spcPts val="0"/>
              </a:spcBef>
              <a:spcAft>
                <a:spcPts val="0"/>
              </a:spcAft>
              <a:buSzPts val="1800"/>
              <a:buNone/>
            </a:pPr>
            <a:r>
              <a:rPr lang="en-US"/>
              <a:t>class, say Data. The elements of Chain will have the data type Data.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931862" y="4408487"/>
            <a:ext cx="5121275" cy="4176712"/>
          </a:xfrm>
          <a:prstGeom prst="rect">
            <a:avLst/>
          </a:prstGeom>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
        <p:nvSpPr>
          <p:cNvPr id="186" name="Google Shape;186;p12: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3:notes"/>
          <p:cNvSpPr txBox="1"/>
          <p:nvPr/>
        </p:nvSpPr>
        <p:spPr>
          <a:xfrm>
            <a:off x="3957637" y="8818562"/>
            <a:ext cx="3027362" cy="463550"/>
          </a:xfrm>
          <a:prstGeom prst="rect">
            <a:avLst/>
          </a:prstGeom>
          <a:noFill/>
          <a:ln>
            <a:noFill/>
          </a:ln>
        </p:spPr>
        <p:txBody>
          <a:bodyPr anchorCtr="0" anchor="b" bIns="0" lIns="19350" spcFirstLastPara="1" rIns="193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a:solidFill>
                  <a:srgbClr val="000000"/>
                </a:solidFill>
                <a:latin typeface="Times New Roman"/>
                <a:ea typeface="Times New Roman"/>
                <a:cs typeface="Times New Roman"/>
                <a:sym typeface="Times New Roman"/>
              </a:rPr>
              <a:t>‹#›</a:t>
            </a:fld>
            <a:endParaRPr/>
          </a:p>
        </p:txBody>
      </p:sp>
      <p:sp>
        <p:nvSpPr>
          <p:cNvPr id="250" name="Google Shape;250;p13: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3:notes"/>
          <p:cNvSpPr txBox="1"/>
          <p:nvPr>
            <p:ph idx="1" type="body"/>
          </p:nvPr>
        </p:nvSpPr>
        <p:spPr>
          <a:xfrm>
            <a:off x="931862" y="4408487"/>
            <a:ext cx="5121275" cy="4176712"/>
          </a:xfrm>
          <a:prstGeom prst="rect">
            <a:avLst/>
          </a:prstGeom>
          <a:noFill/>
          <a:ln>
            <a:noFill/>
          </a:ln>
        </p:spPr>
        <p:txBody>
          <a:bodyPr anchorCtr="0" anchor="t" bIns="46775" lIns="93575" spcFirstLastPara="1" rIns="93575" wrap="square" tIns="46775">
            <a:noAutofit/>
          </a:bodyPr>
          <a:lstStyle/>
          <a:p>
            <a:pPr indent="0" lvl="0" marL="0" rtl="0" algn="l">
              <a:spcBef>
                <a:spcPts val="0"/>
              </a:spcBef>
              <a:spcAft>
                <a:spcPts val="0"/>
              </a:spcAft>
              <a:buSzPts val="1800"/>
              <a:buNone/>
            </a:pPr>
            <a:r>
              <a:rPr lang="en-US"/>
              <a:t>Array linear list per row.</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txBox="1"/>
          <p:nvPr/>
        </p:nvSpPr>
        <p:spPr>
          <a:xfrm>
            <a:off x="3957637" y="8818562"/>
            <a:ext cx="3027362" cy="463550"/>
          </a:xfrm>
          <a:prstGeom prst="rect">
            <a:avLst/>
          </a:prstGeom>
          <a:noFill/>
          <a:ln>
            <a:noFill/>
          </a:ln>
        </p:spPr>
        <p:txBody>
          <a:bodyPr anchorCtr="0" anchor="b" bIns="0" lIns="19350" spcFirstLastPara="1" rIns="193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a:solidFill>
                  <a:srgbClr val="000000"/>
                </a:solidFill>
                <a:latin typeface="Times New Roman"/>
                <a:ea typeface="Times New Roman"/>
                <a:cs typeface="Times New Roman"/>
                <a:sym typeface="Times New Roman"/>
              </a:rPr>
              <a:t>‹#›</a:t>
            </a:fld>
            <a:endParaRPr/>
          </a:p>
        </p:txBody>
      </p:sp>
      <p:sp>
        <p:nvSpPr>
          <p:cNvPr id="258" name="Google Shape;258;p14: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14:notes"/>
          <p:cNvSpPr txBox="1"/>
          <p:nvPr>
            <p:ph idx="1" type="body"/>
          </p:nvPr>
        </p:nvSpPr>
        <p:spPr>
          <a:xfrm>
            <a:off x="931862" y="4408487"/>
            <a:ext cx="5121275" cy="4176712"/>
          </a:xfrm>
          <a:prstGeom prst="rect">
            <a:avLst/>
          </a:prstGeom>
          <a:noFill/>
          <a:ln>
            <a:noFill/>
          </a:ln>
        </p:spPr>
        <p:txBody>
          <a:bodyPr anchorCtr="0" anchor="t" bIns="46775" lIns="93575" spcFirstLastPara="1" rIns="93575" wrap="square" tIns="46775">
            <a:noAutofit/>
          </a:bodyPr>
          <a:lstStyle/>
          <a:p>
            <a:pPr indent="0" lvl="0" marL="0" rtl="0" algn="l">
              <a:spcBef>
                <a:spcPts val="0"/>
              </a:spcBef>
              <a:spcAft>
                <a:spcPts val="0"/>
              </a:spcAft>
              <a:buSzPts val="1800"/>
              <a:buNone/>
            </a:pPr>
            <a:r>
              <a:rPr lang="en-US"/>
              <a:t>The above drawing assumes a custom class for sparse matrices. If you want to use the class Chain, the col and value fields will be members of some other class (say) Data. The data type of the elements in the chains will be Data.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5:notes"/>
          <p:cNvSpPr txBox="1"/>
          <p:nvPr/>
        </p:nvSpPr>
        <p:spPr>
          <a:xfrm>
            <a:off x="3957637" y="8818562"/>
            <a:ext cx="3027362" cy="463550"/>
          </a:xfrm>
          <a:prstGeom prst="rect">
            <a:avLst/>
          </a:prstGeom>
          <a:noFill/>
          <a:ln>
            <a:noFill/>
          </a:ln>
        </p:spPr>
        <p:txBody>
          <a:bodyPr anchorCtr="0" anchor="b" bIns="0" lIns="19350" spcFirstLastPara="1" rIns="193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a:solidFill>
                  <a:srgbClr val="000000"/>
                </a:solidFill>
                <a:latin typeface="Times New Roman"/>
                <a:ea typeface="Times New Roman"/>
                <a:cs typeface="Times New Roman"/>
                <a:sym typeface="Times New Roman"/>
              </a:rPr>
              <a:t>‹#›</a:t>
            </a:fld>
            <a:endParaRPr/>
          </a:p>
        </p:txBody>
      </p:sp>
      <p:sp>
        <p:nvSpPr>
          <p:cNvPr id="272" name="Google Shape;272;p15: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15:notes"/>
          <p:cNvSpPr txBox="1"/>
          <p:nvPr>
            <p:ph idx="1" type="body"/>
          </p:nvPr>
        </p:nvSpPr>
        <p:spPr>
          <a:xfrm>
            <a:off x="931862" y="4408487"/>
            <a:ext cx="5121275" cy="4176712"/>
          </a:xfrm>
          <a:prstGeom prst="rect">
            <a:avLst/>
          </a:prstGeom>
          <a:noFill/>
          <a:ln>
            <a:noFill/>
          </a:ln>
        </p:spPr>
        <p:txBody>
          <a:bodyPr anchorCtr="0" anchor="t" bIns="46775" lIns="93575" spcFirstLastPara="1" rIns="93575" wrap="square" tIns="46775">
            <a:noAutofit/>
          </a:bodyPr>
          <a:lstStyle/>
          <a:p>
            <a:pPr indent="0" lvl="0" marL="0" rtl="0" algn="l">
              <a:spcBef>
                <a:spcPts val="0"/>
              </a:spcBef>
              <a:spcAft>
                <a:spcPts val="0"/>
              </a:spcAft>
              <a:buSzPts val="1800"/>
              <a:buNone/>
            </a:pPr>
            <a:r>
              <a:rPr lang="en-US"/>
              <a:t>When using the class Chain for each row chain, the array row is declared as</a:t>
            </a:r>
            <a:endParaRPr/>
          </a:p>
          <a:p>
            <a:pPr indent="0" lvl="0" marL="0" rtl="0" algn="l">
              <a:spcBef>
                <a:spcPts val="0"/>
              </a:spcBef>
              <a:spcAft>
                <a:spcPts val="0"/>
              </a:spcAft>
              <a:buSzPts val="1800"/>
              <a:buNone/>
            </a:pPr>
            <a:r>
              <a:rPr lang="en-US"/>
              <a:t>Chain [] row = new Chain[numberOfRows];</a:t>
            </a:r>
            <a:endParaRPr/>
          </a:p>
          <a:p>
            <a:pPr indent="0" lvl="0" marL="0" rtl="0" algn="l">
              <a:spcBef>
                <a:spcPts val="0"/>
              </a:spcBef>
              <a:spcAft>
                <a:spcPts val="0"/>
              </a:spcAft>
              <a:buSzPts val="1800"/>
              <a:buNone/>
            </a:pPr>
            <a:r>
              <a:rPr lang="en-US"/>
              <a:t>After row[i] is initialized by calling the constructor for Chain, row[i].firstNode gets you to the first node in the chain for row i.</a:t>
            </a:r>
            <a:endParaRPr/>
          </a:p>
          <a:p>
            <a:pPr indent="0" lvl="0" marL="0" rtl="0" algn="l">
              <a:spcBef>
                <a:spcPts val="0"/>
              </a:spcBef>
              <a:spcAft>
                <a:spcPts val="0"/>
              </a:spcAft>
              <a:buSzPts val="1800"/>
              <a:buNone/>
            </a:pPr>
            <a:r>
              <a:rPr lang="en-US"/>
              <a:t>Book has a chain of row chains. In this case only non-empty row chains are present.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6:notes"/>
          <p:cNvSpPr txBox="1"/>
          <p:nvPr>
            <p:ph idx="1" type="body"/>
          </p:nvPr>
        </p:nvSpPr>
        <p:spPr>
          <a:xfrm>
            <a:off x="931862" y="4408487"/>
            <a:ext cx="5121275" cy="4176712"/>
          </a:xfrm>
          <a:prstGeom prst="rect">
            <a:avLst/>
          </a:prstGeom>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
        <p:nvSpPr>
          <p:cNvPr id="328" name="Google Shape;328;p16: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7:notes"/>
          <p:cNvSpPr txBox="1"/>
          <p:nvPr/>
        </p:nvSpPr>
        <p:spPr>
          <a:xfrm>
            <a:off x="3957637" y="8818562"/>
            <a:ext cx="3027362" cy="463550"/>
          </a:xfrm>
          <a:prstGeom prst="rect">
            <a:avLst/>
          </a:prstGeom>
          <a:noFill/>
          <a:ln>
            <a:noFill/>
          </a:ln>
        </p:spPr>
        <p:txBody>
          <a:bodyPr anchorCtr="0" anchor="b" bIns="0" lIns="19350" spcFirstLastPara="1" rIns="193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a:solidFill>
                  <a:srgbClr val="000000"/>
                </a:solidFill>
                <a:latin typeface="Times New Roman"/>
                <a:ea typeface="Times New Roman"/>
                <a:cs typeface="Times New Roman"/>
                <a:sym typeface="Times New Roman"/>
              </a:rPr>
              <a:t>‹#›</a:t>
            </a:fld>
            <a:endParaRPr/>
          </a:p>
        </p:txBody>
      </p:sp>
      <p:sp>
        <p:nvSpPr>
          <p:cNvPr id="341" name="Google Shape;341;p17: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17:notes"/>
          <p:cNvSpPr txBox="1"/>
          <p:nvPr>
            <p:ph idx="1" type="body"/>
          </p:nvPr>
        </p:nvSpPr>
        <p:spPr>
          <a:xfrm>
            <a:off x="931862" y="4408487"/>
            <a:ext cx="5121275" cy="4176712"/>
          </a:xfrm>
          <a:prstGeom prst="rect">
            <a:avLst/>
          </a:prstGeom>
          <a:noFill/>
          <a:ln>
            <a:noFill/>
          </a:ln>
        </p:spPr>
        <p:txBody>
          <a:bodyPr anchorCtr="0" anchor="t" bIns="46775" lIns="93575" spcFirstLastPara="1" rIns="93575" wrap="square" tIns="46775">
            <a:noAutofit/>
          </a:bodyPr>
          <a:lstStyle/>
          <a:p>
            <a:pPr indent="0" lvl="0" marL="0" rtl="0" algn="l">
              <a:spcBef>
                <a:spcPts val="0"/>
              </a:spcBef>
              <a:spcAft>
                <a:spcPts val="0"/>
              </a:spcAft>
              <a:buSzPts val="1800"/>
              <a:buNone/>
            </a:pPr>
            <a:r>
              <a:rPr lang="en-US"/>
              <a:t>When using the class Chain for each row chain, the array row is declared as</a:t>
            </a:r>
            <a:endParaRPr/>
          </a:p>
          <a:p>
            <a:pPr indent="0" lvl="0" marL="0" rtl="0" algn="l">
              <a:spcBef>
                <a:spcPts val="0"/>
              </a:spcBef>
              <a:spcAft>
                <a:spcPts val="0"/>
              </a:spcAft>
              <a:buSzPts val="1800"/>
              <a:buNone/>
            </a:pPr>
            <a:r>
              <a:rPr lang="en-US"/>
              <a:t>Chain [] row = new Chain[numberOfRows];</a:t>
            </a:r>
            <a:endParaRPr/>
          </a:p>
          <a:p>
            <a:pPr indent="0" lvl="0" marL="0" rtl="0" algn="l">
              <a:spcBef>
                <a:spcPts val="0"/>
              </a:spcBef>
              <a:spcAft>
                <a:spcPts val="0"/>
              </a:spcAft>
              <a:buSzPts val="1800"/>
              <a:buNone/>
            </a:pPr>
            <a:r>
              <a:rPr lang="en-US"/>
              <a:t>After row[i] is initialized by calling the constructor for Chain, row[i].firstNode gets you to the first node in the chain for row i.</a:t>
            </a:r>
            <a:endParaRPr/>
          </a:p>
          <a:p>
            <a:pPr indent="0" lvl="0" marL="0" rtl="0" algn="l">
              <a:spcBef>
                <a:spcPts val="0"/>
              </a:spcBef>
              <a:spcAft>
                <a:spcPts val="0"/>
              </a:spcAft>
              <a:buSzPts val="1800"/>
              <a:buNone/>
            </a:pPr>
            <a:r>
              <a:rPr lang="en-US"/>
              <a:t>Book has a chain of row chains. In this case only non-empty row chains are present.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8:notes"/>
          <p:cNvSpPr txBox="1"/>
          <p:nvPr/>
        </p:nvSpPr>
        <p:spPr>
          <a:xfrm>
            <a:off x="3957637" y="8818562"/>
            <a:ext cx="3027362" cy="463550"/>
          </a:xfrm>
          <a:prstGeom prst="rect">
            <a:avLst/>
          </a:prstGeom>
          <a:noFill/>
          <a:ln>
            <a:noFill/>
          </a:ln>
        </p:spPr>
        <p:txBody>
          <a:bodyPr anchorCtr="0" anchor="b" bIns="0" lIns="19350" spcFirstLastPara="1" rIns="193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a:solidFill>
                  <a:srgbClr val="000000"/>
                </a:solidFill>
                <a:latin typeface="Times New Roman"/>
                <a:ea typeface="Times New Roman"/>
                <a:cs typeface="Times New Roman"/>
                <a:sym typeface="Times New Roman"/>
              </a:rPr>
              <a:t>‹#›</a:t>
            </a:fld>
            <a:endParaRPr/>
          </a:p>
        </p:txBody>
      </p:sp>
      <p:sp>
        <p:nvSpPr>
          <p:cNvPr id="411" name="Google Shape;411;p18: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18:notes"/>
          <p:cNvSpPr txBox="1"/>
          <p:nvPr>
            <p:ph idx="1" type="body"/>
          </p:nvPr>
        </p:nvSpPr>
        <p:spPr>
          <a:xfrm>
            <a:off x="931862" y="4408487"/>
            <a:ext cx="5121275" cy="4176712"/>
          </a:xfrm>
          <a:prstGeom prst="rect">
            <a:avLst/>
          </a:prstGeom>
          <a:noFill/>
          <a:ln>
            <a:noFill/>
          </a:ln>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9:notes"/>
          <p:cNvSpPr txBox="1"/>
          <p:nvPr>
            <p:ph idx="1" type="body"/>
          </p:nvPr>
        </p:nvSpPr>
        <p:spPr>
          <a:xfrm>
            <a:off x="931862" y="4408487"/>
            <a:ext cx="5121275" cy="4176712"/>
          </a:xfrm>
          <a:prstGeom prst="rect">
            <a:avLst/>
          </a:prstGeom>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
        <p:nvSpPr>
          <p:cNvPr id="429" name="Google Shape;429;p19: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0:notes"/>
          <p:cNvSpPr txBox="1"/>
          <p:nvPr>
            <p:ph idx="1" type="body"/>
          </p:nvPr>
        </p:nvSpPr>
        <p:spPr>
          <a:xfrm>
            <a:off x="931862" y="4408487"/>
            <a:ext cx="5121275" cy="4176712"/>
          </a:xfrm>
          <a:prstGeom prst="rect">
            <a:avLst/>
          </a:prstGeom>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
        <p:nvSpPr>
          <p:cNvPr id="499" name="Google Shape;499;p20: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21:notes"/>
          <p:cNvSpPr txBox="1"/>
          <p:nvPr>
            <p:ph idx="1" type="body"/>
          </p:nvPr>
        </p:nvSpPr>
        <p:spPr>
          <a:xfrm>
            <a:off x="931862" y="4408487"/>
            <a:ext cx="5121275" cy="4176712"/>
          </a:xfrm>
          <a:prstGeom prst="rect">
            <a:avLst/>
          </a:prstGeom>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
        <p:nvSpPr>
          <p:cNvPr id="569" name="Google Shape;569;p21: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2:notes"/>
          <p:cNvSpPr txBox="1"/>
          <p:nvPr/>
        </p:nvSpPr>
        <p:spPr>
          <a:xfrm>
            <a:off x="3957637" y="8818562"/>
            <a:ext cx="3027362" cy="463550"/>
          </a:xfrm>
          <a:prstGeom prst="rect">
            <a:avLst/>
          </a:prstGeom>
          <a:noFill/>
          <a:ln>
            <a:noFill/>
          </a:ln>
        </p:spPr>
        <p:txBody>
          <a:bodyPr anchorCtr="0" anchor="b" bIns="0" lIns="19350" spcFirstLastPara="1" rIns="193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a:solidFill>
                  <a:srgbClr val="000000"/>
                </a:solidFill>
                <a:latin typeface="Times New Roman"/>
                <a:ea typeface="Times New Roman"/>
                <a:cs typeface="Times New Roman"/>
                <a:sym typeface="Times New Roman"/>
              </a:rPr>
              <a:t>‹#›</a:t>
            </a:fld>
            <a:endParaRPr/>
          </a:p>
        </p:txBody>
      </p:sp>
      <p:sp>
        <p:nvSpPr>
          <p:cNvPr id="653" name="Google Shape;653;p22: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4" name="Google Shape;654;p22:notes"/>
          <p:cNvSpPr txBox="1"/>
          <p:nvPr>
            <p:ph idx="1" type="body"/>
          </p:nvPr>
        </p:nvSpPr>
        <p:spPr>
          <a:xfrm>
            <a:off x="931862" y="4408487"/>
            <a:ext cx="5121275" cy="4176712"/>
          </a:xfrm>
          <a:prstGeom prst="rect">
            <a:avLst/>
          </a:prstGeom>
          <a:noFill/>
          <a:ln>
            <a:noFill/>
          </a:ln>
        </p:spPr>
        <p:txBody>
          <a:bodyPr anchorCtr="0" anchor="t" bIns="46775" lIns="93575" spcFirstLastPara="1" rIns="93575" wrap="square" tIns="46775">
            <a:noAutofit/>
          </a:bodyPr>
          <a:lstStyle/>
          <a:p>
            <a:pPr indent="0" lvl="0" marL="0" rtl="0" algn="l">
              <a:spcBef>
                <a:spcPts val="0"/>
              </a:spcBef>
              <a:spcAft>
                <a:spcPts val="0"/>
              </a:spcAft>
              <a:buSzPts val="1800"/>
              <a:buNone/>
            </a:pPr>
            <a:r>
              <a:rPr lang="en-US"/>
              <a:t>Or, even doubly linked circular lists.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23:notes"/>
          <p:cNvSpPr txBox="1"/>
          <p:nvPr>
            <p:ph idx="1" type="body"/>
          </p:nvPr>
        </p:nvSpPr>
        <p:spPr>
          <a:xfrm>
            <a:off x="931862" y="4408487"/>
            <a:ext cx="5121275" cy="4176712"/>
          </a:xfrm>
          <a:prstGeom prst="rect">
            <a:avLst/>
          </a:prstGeom>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
        <p:nvSpPr>
          <p:cNvPr id="661" name="Google Shape;661;p23: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24:notes"/>
          <p:cNvSpPr txBox="1"/>
          <p:nvPr>
            <p:ph idx="1" type="body"/>
          </p:nvPr>
        </p:nvSpPr>
        <p:spPr>
          <a:xfrm>
            <a:off x="931862" y="4408487"/>
            <a:ext cx="5121275" cy="4176712"/>
          </a:xfrm>
          <a:prstGeom prst="rect">
            <a:avLst/>
          </a:prstGeom>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
        <p:nvSpPr>
          <p:cNvPr id="667" name="Google Shape;667;p24: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5:notes"/>
          <p:cNvSpPr txBox="1"/>
          <p:nvPr>
            <p:ph idx="1" type="body"/>
          </p:nvPr>
        </p:nvSpPr>
        <p:spPr>
          <a:xfrm>
            <a:off x="931862" y="4408487"/>
            <a:ext cx="5121275" cy="4176712"/>
          </a:xfrm>
          <a:prstGeom prst="rect">
            <a:avLst/>
          </a:prstGeom>
        </p:spPr>
        <p:txBody>
          <a:bodyPr anchorCtr="0" anchor="t" bIns="46775" lIns="93575" spcFirstLastPara="1" rIns="93575" wrap="square" tIns="46775">
            <a:noAutofit/>
          </a:bodyPr>
          <a:lstStyle/>
          <a:p>
            <a:pPr indent="0" lvl="0" marL="0" rtl="0" algn="l">
              <a:spcBef>
                <a:spcPts val="0"/>
              </a:spcBef>
              <a:spcAft>
                <a:spcPts val="0"/>
              </a:spcAft>
              <a:buNone/>
            </a:pPr>
            <a:r>
              <a:t/>
            </a:r>
            <a:endParaRPr/>
          </a:p>
        </p:txBody>
      </p:sp>
      <p:sp>
        <p:nvSpPr>
          <p:cNvPr id="673" name="Google Shape;673;p25:notes"/>
          <p:cNvSpPr/>
          <p:nvPr>
            <p:ph idx="2" type="sldImg"/>
          </p:nvPr>
        </p:nvSpPr>
        <p:spPr>
          <a:xfrm>
            <a:off x="1181100" y="703262"/>
            <a:ext cx="4622800" cy="34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685800" y="2130425"/>
            <a:ext cx="7772400" cy="1470025"/>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7"/>
          <p:cNvSpPr txBox="1"/>
          <p:nvPr>
            <p:ph idx="1" type="subTitle"/>
          </p:nvPr>
        </p:nvSpPr>
        <p:spPr>
          <a:xfrm>
            <a:off x="1371600" y="3886200"/>
            <a:ext cx="6400800" cy="1752600"/>
          </a:xfrm>
          <a:prstGeom prst="rect">
            <a:avLst/>
          </a:prstGeom>
          <a:noFill/>
          <a:ln>
            <a:noFill/>
          </a:ln>
        </p:spPr>
        <p:txBody>
          <a:bodyPr anchorCtr="0" anchor="t" bIns="46025" lIns="92075" spcFirstLastPara="1" rIns="92075" wrap="square" tIns="46025">
            <a:noAutofit/>
          </a:bodyPr>
          <a:lstStyle>
            <a:lvl1pPr lvl="0" algn="ctr">
              <a:spcBef>
                <a:spcPts val="640"/>
              </a:spcBef>
              <a:spcAft>
                <a:spcPts val="0"/>
              </a:spcAft>
              <a:buClr>
                <a:schemeClr val="dk1"/>
              </a:buClr>
              <a:buSzPts val="3200"/>
              <a:buFont typeface="Times New Roman"/>
              <a:buNone/>
              <a:defRPr/>
            </a:lvl1pPr>
            <a:lvl2pPr lvl="1" algn="ctr">
              <a:spcBef>
                <a:spcPts val="560"/>
              </a:spcBef>
              <a:spcAft>
                <a:spcPts val="0"/>
              </a:spcAft>
              <a:buClr>
                <a:schemeClr val="dk1"/>
              </a:buClr>
              <a:buSzPts val="2800"/>
              <a:buFont typeface="Times New Roman"/>
              <a:buNone/>
              <a:defRPr/>
            </a:lvl2pPr>
            <a:lvl3pPr lvl="2" algn="ctr">
              <a:spcBef>
                <a:spcPts val="480"/>
              </a:spcBef>
              <a:spcAft>
                <a:spcPts val="0"/>
              </a:spcAft>
              <a:buClr>
                <a:schemeClr val="dk1"/>
              </a:buClr>
              <a:buSzPts val="2400"/>
              <a:buFont typeface="Times New Roman"/>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18" name="Google Shape;18;p27"/>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7"/>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7"/>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685800" y="152400"/>
            <a:ext cx="77724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28"/>
          <p:cNvSpPr txBox="1"/>
          <p:nvPr>
            <p:ph idx="1" type="body"/>
          </p:nvPr>
        </p:nvSpPr>
        <p:spPr>
          <a:xfrm>
            <a:off x="685800" y="1981200"/>
            <a:ext cx="7772400" cy="4114800"/>
          </a:xfrm>
          <a:prstGeom prst="rect">
            <a:avLst/>
          </a:prstGeom>
          <a:noFill/>
          <a:ln>
            <a:noFill/>
          </a:ln>
        </p:spPr>
        <p:txBody>
          <a:bodyPr anchorCtr="0" anchor="t" bIns="46025" lIns="92075" spcFirstLastPara="1" rIns="92075" wrap="square" tIns="460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8"/>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8"/>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8"/>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29"/>
          <p:cNvSpPr txBox="1"/>
          <p:nvPr>
            <p:ph type="title"/>
          </p:nvPr>
        </p:nvSpPr>
        <p:spPr>
          <a:xfrm rot="5400000">
            <a:off x="4514850" y="2152650"/>
            <a:ext cx="5943600" cy="19431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29"/>
          <p:cNvSpPr txBox="1"/>
          <p:nvPr>
            <p:ph idx="1" type="body"/>
          </p:nvPr>
        </p:nvSpPr>
        <p:spPr>
          <a:xfrm rot="5400000">
            <a:off x="552450" y="285750"/>
            <a:ext cx="5943600" cy="5676900"/>
          </a:xfrm>
          <a:prstGeom prst="rect">
            <a:avLst/>
          </a:prstGeom>
          <a:noFill/>
          <a:ln>
            <a:noFill/>
          </a:ln>
        </p:spPr>
        <p:txBody>
          <a:bodyPr anchorCtr="0" anchor="t" bIns="46025" lIns="92075" spcFirstLastPara="1" rIns="92075" wrap="square" tIns="460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29"/>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9"/>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9"/>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3" name="Shape 33"/>
        <p:cNvGrpSpPr/>
        <p:nvPr/>
      </p:nvGrpSpPr>
      <p:grpSpPr>
        <a:xfrm>
          <a:off x="0" y="0"/>
          <a:ext cx="0" cy="0"/>
          <a:chOff x="0" y="0"/>
          <a:chExt cx="0" cy="0"/>
        </a:xfrm>
      </p:grpSpPr>
      <p:sp>
        <p:nvSpPr>
          <p:cNvPr id="34" name="Google Shape;34;p30"/>
          <p:cNvSpPr txBox="1"/>
          <p:nvPr>
            <p:ph type="title"/>
          </p:nvPr>
        </p:nvSpPr>
        <p:spPr>
          <a:xfrm>
            <a:off x="685800" y="152400"/>
            <a:ext cx="77724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30"/>
          <p:cNvSpPr txBox="1"/>
          <p:nvPr>
            <p:ph idx="1" type="body"/>
          </p:nvPr>
        </p:nvSpPr>
        <p:spPr>
          <a:xfrm rot="5400000">
            <a:off x="2514600" y="152400"/>
            <a:ext cx="4114800" cy="7772400"/>
          </a:xfrm>
          <a:prstGeom prst="rect">
            <a:avLst/>
          </a:prstGeom>
          <a:noFill/>
          <a:ln>
            <a:noFill/>
          </a:ln>
        </p:spPr>
        <p:txBody>
          <a:bodyPr anchorCtr="0" anchor="t" bIns="46025" lIns="92075" spcFirstLastPara="1" rIns="92075" wrap="square" tIns="460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30"/>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0"/>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0"/>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31"/>
          <p:cNvSpPr txBox="1"/>
          <p:nvPr>
            <p:ph type="title"/>
          </p:nvPr>
        </p:nvSpPr>
        <p:spPr>
          <a:xfrm>
            <a:off x="1792288" y="4800600"/>
            <a:ext cx="5486400" cy="566738"/>
          </a:xfrm>
          <a:prstGeom prst="rect">
            <a:avLst/>
          </a:prstGeom>
          <a:noFill/>
          <a:ln>
            <a:noFill/>
          </a:ln>
        </p:spPr>
        <p:txBody>
          <a:bodyPr anchorCtr="0" anchor="b" bIns="46025" lIns="92075" spcFirstLastPara="1" rIns="92075" wrap="square" tIns="460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31"/>
          <p:cNvSpPr/>
          <p:nvPr>
            <p:ph idx="2" type="pic"/>
          </p:nvPr>
        </p:nvSpPr>
        <p:spPr>
          <a:xfrm>
            <a:off x="1792288" y="612775"/>
            <a:ext cx="5486400" cy="4114800"/>
          </a:xfrm>
          <a:prstGeom prst="rect">
            <a:avLst/>
          </a:prstGeom>
          <a:noFill/>
          <a:ln>
            <a:noFill/>
          </a:ln>
        </p:spPr>
        <p:txBody>
          <a:bodyPr anchorCtr="0" anchor="t" bIns="46025" lIns="92075" spcFirstLastPara="1" rIns="92075" wrap="square" tIns="46025">
            <a:noAutofit/>
          </a:bodyPr>
          <a:lstStyle>
            <a:lvl1pPr lvl="0" marR="0" rtl="0" algn="l">
              <a:spcBef>
                <a:spcPts val="64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9pPr>
          </a:lstStyle>
          <a:p/>
        </p:txBody>
      </p:sp>
      <p:sp>
        <p:nvSpPr>
          <p:cNvPr id="42" name="Google Shape;42;p31"/>
          <p:cNvSpPr txBox="1"/>
          <p:nvPr>
            <p:ph idx="1" type="body"/>
          </p:nvPr>
        </p:nvSpPr>
        <p:spPr>
          <a:xfrm>
            <a:off x="1792288" y="5367338"/>
            <a:ext cx="5486400" cy="804862"/>
          </a:xfrm>
          <a:prstGeom prst="rect">
            <a:avLst/>
          </a:prstGeom>
          <a:noFill/>
          <a:ln>
            <a:noFill/>
          </a:ln>
        </p:spPr>
        <p:txBody>
          <a:bodyPr anchorCtr="0" anchor="t" bIns="46025" lIns="92075" spcFirstLastPara="1" rIns="92075" wrap="square" tIns="46025">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43" name="Google Shape;43;p31"/>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1"/>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1"/>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32"/>
          <p:cNvSpPr txBox="1"/>
          <p:nvPr>
            <p:ph type="title"/>
          </p:nvPr>
        </p:nvSpPr>
        <p:spPr>
          <a:xfrm>
            <a:off x="457200" y="273050"/>
            <a:ext cx="3008313" cy="1162050"/>
          </a:xfrm>
          <a:prstGeom prst="rect">
            <a:avLst/>
          </a:prstGeom>
          <a:noFill/>
          <a:ln>
            <a:noFill/>
          </a:ln>
        </p:spPr>
        <p:txBody>
          <a:bodyPr anchorCtr="0" anchor="b" bIns="46025" lIns="92075" spcFirstLastPara="1" rIns="92075" wrap="square" tIns="460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32"/>
          <p:cNvSpPr txBox="1"/>
          <p:nvPr>
            <p:ph idx="1" type="body"/>
          </p:nvPr>
        </p:nvSpPr>
        <p:spPr>
          <a:xfrm>
            <a:off x="3575050" y="273050"/>
            <a:ext cx="5111750" cy="5853113"/>
          </a:xfrm>
          <a:prstGeom prst="rect">
            <a:avLst/>
          </a:prstGeom>
          <a:noFill/>
          <a:ln>
            <a:noFill/>
          </a:ln>
        </p:spPr>
        <p:txBody>
          <a:bodyPr anchorCtr="0" anchor="t" bIns="46025" lIns="92075" spcFirstLastPara="1" rIns="92075" wrap="square" tIns="46025">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49" name="Google Shape;49;p32"/>
          <p:cNvSpPr txBox="1"/>
          <p:nvPr>
            <p:ph idx="2" type="body"/>
          </p:nvPr>
        </p:nvSpPr>
        <p:spPr>
          <a:xfrm>
            <a:off x="457200" y="1435100"/>
            <a:ext cx="3008313" cy="4691063"/>
          </a:xfrm>
          <a:prstGeom prst="rect">
            <a:avLst/>
          </a:prstGeom>
          <a:noFill/>
          <a:ln>
            <a:noFill/>
          </a:ln>
        </p:spPr>
        <p:txBody>
          <a:bodyPr anchorCtr="0" anchor="t" bIns="46025" lIns="92075" spcFirstLastPara="1" rIns="92075" wrap="square" tIns="46025">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50" name="Google Shape;50;p32"/>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2"/>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2"/>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33"/>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3"/>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3"/>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34"/>
          <p:cNvSpPr txBox="1"/>
          <p:nvPr>
            <p:ph type="title"/>
          </p:nvPr>
        </p:nvSpPr>
        <p:spPr>
          <a:xfrm>
            <a:off x="685800" y="152400"/>
            <a:ext cx="77724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34"/>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4"/>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4"/>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35"/>
          <p:cNvSpPr txBox="1"/>
          <p:nvPr>
            <p:ph type="title"/>
          </p:nvPr>
        </p:nvSpPr>
        <p:spPr>
          <a:xfrm>
            <a:off x="457200" y="274638"/>
            <a:ext cx="82296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35"/>
          <p:cNvSpPr txBox="1"/>
          <p:nvPr>
            <p:ph idx="1" type="body"/>
          </p:nvPr>
        </p:nvSpPr>
        <p:spPr>
          <a:xfrm>
            <a:off x="457200" y="1535113"/>
            <a:ext cx="4040188" cy="639762"/>
          </a:xfrm>
          <a:prstGeom prst="rect">
            <a:avLst/>
          </a:prstGeom>
          <a:noFill/>
          <a:ln>
            <a:noFill/>
          </a:ln>
        </p:spPr>
        <p:txBody>
          <a:bodyPr anchorCtr="0" anchor="b" bIns="46025" lIns="92075" spcFirstLastPara="1" rIns="92075" wrap="square" tIns="46025">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65" name="Google Shape;65;p35"/>
          <p:cNvSpPr txBox="1"/>
          <p:nvPr>
            <p:ph idx="2" type="body"/>
          </p:nvPr>
        </p:nvSpPr>
        <p:spPr>
          <a:xfrm>
            <a:off x="457200" y="2174875"/>
            <a:ext cx="4040188" cy="3951288"/>
          </a:xfrm>
          <a:prstGeom prst="rect">
            <a:avLst/>
          </a:prstGeom>
          <a:noFill/>
          <a:ln>
            <a:noFill/>
          </a:ln>
        </p:spPr>
        <p:txBody>
          <a:bodyPr anchorCtr="0" anchor="t" bIns="46025" lIns="92075" spcFirstLastPara="1" rIns="92075" wrap="square" tIns="46025">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66" name="Google Shape;66;p35"/>
          <p:cNvSpPr txBox="1"/>
          <p:nvPr>
            <p:ph idx="3" type="body"/>
          </p:nvPr>
        </p:nvSpPr>
        <p:spPr>
          <a:xfrm>
            <a:off x="4645025" y="1535113"/>
            <a:ext cx="4041775" cy="639762"/>
          </a:xfrm>
          <a:prstGeom prst="rect">
            <a:avLst/>
          </a:prstGeom>
          <a:noFill/>
          <a:ln>
            <a:noFill/>
          </a:ln>
        </p:spPr>
        <p:txBody>
          <a:bodyPr anchorCtr="0" anchor="b" bIns="46025" lIns="92075" spcFirstLastPara="1" rIns="92075" wrap="square" tIns="46025">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67" name="Google Shape;67;p35"/>
          <p:cNvSpPr txBox="1"/>
          <p:nvPr>
            <p:ph idx="4" type="body"/>
          </p:nvPr>
        </p:nvSpPr>
        <p:spPr>
          <a:xfrm>
            <a:off x="4645025" y="2174875"/>
            <a:ext cx="4041775" cy="3951288"/>
          </a:xfrm>
          <a:prstGeom prst="rect">
            <a:avLst/>
          </a:prstGeom>
          <a:noFill/>
          <a:ln>
            <a:noFill/>
          </a:ln>
        </p:spPr>
        <p:txBody>
          <a:bodyPr anchorCtr="0" anchor="t" bIns="46025" lIns="92075" spcFirstLastPara="1" rIns="92075" wrap="square" tIns="46025">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68" name="Google Shape;68;p35"/>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5"/>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5"/>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36"/>
          <p:cNvSpPr txBox="1"/>
          <p:nvPr>
            <p:ph type="title"/>
          </p:nvPr>
        </p:nvSpPr>
        <p:spPr>
          <a:xfrm>
            <a:off x="685800" y="152400"/>
            <a:ext cx="77724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36"/>
          <p:cNvSpPr txBox="1"/>
          <p:nvPr>
            <p:ph idx="1" type="body"/>
          </p:nvPr>
        </p:nvSpPr>
        <p:spPr>
          <a:xfrm>
            <a:off x="685800" y="1981200"/>
            <a:ext cx="3810000" cy="4114800"/>
          </a:xfrm>
          <a:prstGeom prst="rect">
            <a:avLst/>
          </a:prstGeom>
          <a:noFill/>
          <a:ln>
            <a:noFill/>
          </a:ln>
        </p:spPr>
        <p:txBody>
          <a:bodyPr anchorCtr="0" anchor="t" bIns="46025" lIns="92075" spcFirstLastPara="1" rIns="92075" wrap="square" tIns="46025">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74" name="Google Shape;74;p36"/>
          <p:cNvSpPr txBox="1"/>
          <p:nvPr>
            <p:ph idx="2" type="body"/>
          </p:nvPr>
        </p:nvSpPr>
        <p:spPr>
          <a:xfrm>
            <a:off x="4648200" y="1981200"/>
            <a:ext cx="3810000" cy="4114800"/>
          </a:xfrm>
          <a:prstGeom prst="rect">
            <a:avLst/>
          </a:prstGeom>
          <a:noFill/>
          <a:ln>
            <a:noFill/>
          </a:ln>
        </p:spPr>
        <p:txBody>
          <a:bodyPr anchorCtr="0" anchor="t" bIns="46025" lIns="92075" spcFirstLastPara="1" rIns="92075" wrap="square" tIns="46025">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75" name="Google Shape;75;p36"/>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6"/>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6"/>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37"/>
          <p:cNvSpPr txBox="1"/>
          <p:nvPr>
            <p:ph type="title"/>
          </p:nvPr>
        </p:nvSpPr>
        <p:spPr>
          <a:xfrm>
            <a:off x="722313" y="4406900"/>
            <a:ext cx="7772400" cy="1362075"/>
          </a:xfrm>
          <a:prstGeom prst="rect">
            <a:avLst/>
          </a:prstGeom>
          <a:noFill/>
          <a:ln>
            <a:noFill/>
          </a:ln>
        </p:spPr>
        <p:txBody>
          <a:bodyPr anchorCtr="0" anchor="t" bIns="46025" lIns="92075" spcFirstLastPara="1" rIns="92075" wrap="square" tIns="46025">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37"/>
          <p:cNvSpPr txBox="1"/>
          <p:nvPr>
            <p:ph idx="1" type="body"/>
          </p:nvPr>
        </p:nvSpPr>
        <p:spPr>
          <a:xfrm>
            <a:off x="722313" y="2906713"/>
            <a:ext cx="7772400" cy="1500187"/>
          </a:xfrm>
          <a:prstGeom prst="rect">
            <a:avLst/>
          </a:prstGeom>
          <a:noFill/>
          <a:ln>
            <a:noFill/>
          </a:ln>
        </p:spPr>
        <p:txBody>
          <a:bodyPr anchorCtr="0" anchor="b" bIns="46025" lIns="92075" spcFirstLastPara="1" rIns="92075" wrap="square" tIns="46025">
            <a:noAutofit/>
          </a:bodyPr>
          <a:lstStyle>
            <a:lvl1pPr indent="-228600" lvl="0" marL="457200" algn="l">
              <a:spcBef>
                <a:spcPts val="400"/>
              </a:spcBef>
              <a:spcAft>
                <a:spcPts val="0"/>
              </a:spcAft>
              <a:buClr>
                <a:schemeClr val="dk1"/>
              </a:buClr>
              <a:buSzPts val="2000"/>
              <a:buFont typeface="Times New Roman"/>
              <a:buNone/>
              <a:defRPr sz="20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81" name="Google Shape;81;p37"/>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7"/>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7"/>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685800" y="152400"/>
            <a:ext cx="7772400" cy="1143000"/>
          </a:xfrm>
          <a:prstGeom prst="rect">
            <a:avLst/>
          </a:prstGeom>
          <a:noFill/>
          <a:ln>
            <a:noFill/>
          </a:ln>
        </p:spPr>
        <p:txBody>
          <a:bodyPr anchorCtr="0" anchor="ctr" bIns="46025" lIns="92075" spcFirstLastPara="1" rIns="92075" wrap="square" tIns="46025">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1" name="Google Shape;11;p26"/>
          <p:cNvSpPr txBox="1"/>
          <p:nvPr>
            <p:ph idx="1" type="body"/>
          </p:nvPr>
        </p:nvSpPr>
        <p:spPr>
          <a:xfrm>
            <a:off x="685800" y="1981200"/>
            <a:ext cx="7772400" cy="4114800"/>
          </a:xfrm>
          <a:prstGeom prst="rect">
            <a:avLst/>
          </a:prstGeom>
          <a:noFill/>
          <a:ln>
            <a:noFill/>
          </a:ln>
        </p:spPr>
        <p:txBody>
          <a:bodyPr anchorCtr="0" anchor="t" bIns="46025" lIns="92075" spcFirstLastPara="1" rIns="92075" wrap="square" tIns="46025">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26"/>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9pPr>
          </a:lstStyle>
          <a:p/>
        </p:txBody>
      </p:sp>
      <p:sp>
        <p:nvSpPr>
          <p:cNvPr id="13" name="Google Shape;13;p26"/>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000" u="none" cap="none" strike="noStrike">
                <a:solidFill>
                  <a:schemeClr val="accent2"/>
                </a:solidFill>
                <a:latin typeface="Times New Roman"/>
                <a:ea typeface="Times New Roman"/>
                <a:cs typeface="Times New Roman"/>
                <a:sym typeface="Times New Roman"/>
              </a:defRPr>
            </a:lvl9pPr>
          </a:lstStyle>
          <a:p/>
        </p:txBody>
      </p:sp>
      <p:sp>
        <p:nvSpPr>
          <p:cNvPr id="14" name="Google Shape;14;p26"/>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609600" y="5334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Sparse Matrices</a:t>
            </a:r>
            <a:endParaRPr/>
          </a:p>
        </p:txBody>
      </p:sp>
      <p:sp>
        <p:nvSpPr>
          <p:cNvPr id="89" name="Google Shape;89;p1"/>
          <p:cNvSpPr txBox="1"/>
          <p:nvPr>
            <p:ph idx="1" type="subTitle"/>
          </p:nvPr>
        </p:nvSpPr>
        <p:spPr>
          <a:xfrm>
            <a:off x="1219200" y="2438400"/>
            <a:ext cx="6400800" cy="17526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sparse … many elements are zero</a:t>
            </a:r>
            <a:endParaRPr/>
          </a:p>
          <a:p>
            <a:pPr indent="-342900" lvl="0" marL="342900" rtl="0" algn="l">
              <a:lnSpc>
                <a:spcPct val="100000"/>
              </a:lnSpc>
              <a:spcBef>
                <a:spcPts val="64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dense   … few elements are zero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anim calcmode="lin" valueType="num">
                                      <p:cBhvr additive="base">
                                        <p:cTn dur="500"/>
                                        <p:tgtEl>
                                          <p:spTgt spid="8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anim calcmode="lin" valueType="num">
                                      <p:cBhvr additive="base">
                                        <p:cTn dur="500"/>
                                        <p:tgtEl>
                                          <p:spTgt spid="8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ctrTitle"/>
          </p:nvPr>
        </p:nvSpPr>
        <p:spPr>
          <a:xfrm>
            <a:off x="685800" y="6096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Example Of Sparse Matrices</a:t>
            </a:r>
            <a:endParaRPr/>
          </a:p>
        </p:txBody>
      </p:sp>
      <p:sp>
        <p:nvSpPr>
          <p:cNvPr id="96" name="Google Shape;96;p2"/>
          <p:cNvSpPr txBox="1"/>
          <p:nvPr>
            <p:ph idx="1" type="subTitle"/>
          </p:nvPr>
        </p:nvSpPr>
        <p:spPr>
          <a:xfrm>
            <a:off x="381000" y="1676400"/>
            <a:ext cx="8153400" cy="17526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diagonal</a:t>
            </a:r>
            <a:endParaRPr/>
          </a:p>
          <a:p>
            <a:pPr indent="-342900" lvl="0" marL="342900" rtl="0" algn="l">
              <a:lnSpc>
                <a:spcPct val="100000"/>
              </a:lnSpc>
              <a:spcBef>
                <a:spcPts val="64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tridiagonal</a:t>
            </a:r>
            <a:endParaRPr/>
          </a:p>
          <a:p>
            <a:pPr indent="-342900" lvl="0" marL="342900" rtl="0" algn="l">
              <a:lnSpc>
                <a:spcPct val="100000"/>
              </a:lnSpc>
              <a:spcBef>
                <a:spcPts val="64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lower triangular (?)</a:t>
            </a:r>
            <a:endParaRPr/>
          </a:p>
          <a:p>
            <a:pPr indent="-342900" lvl="0" marL="34290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These are structured sparse matrices.</a:t>
            </a:r>
            <a:endParaRPr/>
          </a:p>
          <a:p>
            <a:pPr indent="-342900" lvl="0" marL="342900" rtl="0" algn="l">
              <a:lnSpc>
                <a:spcPct val="100000"/>
              </a:lnSpc>
              <a:spcBef>
                <a:spcPts val="640"/>
              </a:spcBef>
              <a:spcAft>
                <a:spcPts val="0"/>
              </a:spcAft>
              <a:buClr>
                <a:schemeClr val="lt2"/>
              </a:buClr>
              <a:buSzPts val="3200"/>
              <a:buFont typeface="Times New Roman"/>
              <a:buNone/>
            </a:pPr>
            <a:r>
              <a:rPr b="0" i="0" lang="en-US" sz="3200" u="none">
                <a:solidFill>
                  <a:schemeClr val="lt2"/>
                </a:solidFill>
                <a:latin typeface="Times New Roman"/>
                <a:ea typeface="Times New Roman"/>
                <a:cs typeface="Times New Roman"/>
                <a:sym typeface="Times New Roman"/>
              </a:rPr>
              <a:t>May be mapped into a 1D array so that a mapping function can be used to locate an element.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ctrTitle"/>
          </p:nvPr>
        </p:nvSpPr>
        <p:spPr>
          <a:xfrm>
            <a:off x="762000" y="3810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Unstructured Sparse Matrices</a:t>
            </a:r>
            <a:endParaRPr/>
          </a:p>
        </p:txBody>
      </p:sp>
      <p:sp>
        <p:nvSpPr>
          <p:cNvPr id="103" name="Google Shape;103;p3"/>
          <p:cNvSpPr txBox="1"/>
          <p:nvPr>
            <p:ph idx="1" type="subTitle"/>
          </p:nvPr>
        </p:nvSpPr>
        <p:spPr>
          <a:xfrm>
            <a:off x="609600" y="1752600"/>
            <a:ext cx="7848600" cy="44958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Airline flight matrix.</a:t>
            </a:r>
            <a:endParaRPr/>
          </a:p>
          <a:p>
            <a:pPr indent="-285750" lvl="1" marL="7429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airports are numbered </a:t>
            </a:r>
            <a:r>
              <a:rPr b="0" i="0" lang="en-US" sz="2800" u="none">
                <a:solidFill>
                  <a:schemeClr val="hlink"/>
                </a:solidFill>
                <a:latin typeface="Times New Roman"/>
                <a:ea typeface="Times New Roman"/>
                <a:cs typeface="Times New Roman"/>
                <a:sym typeface="Times New Roman"/>
              </a:rPr>
              <a:t>1 </a:t>
            </a:r>
            <a:r>
              <a:rPr b="0" i="0" lang="en-US" sz="2800" u="none">
                <a:solidFill>
                  <a:schemeClr val="lt2"/>
                </a:solidFill>
                <a:latin typeface="Times New Roman"/>
                <a:ea typeface="Times New Roman"/>
                <a:cs typeface="Times New Roman"/>
                <a:sym typeface="Times New Roman"/>
              </a:rPr>
              <a:t>through </a:t>
            </a:r>
            <a:r>
              <a:rPr b="0" i="0" lang="en-US" sz="2800" u="none">
                <a:solidFill>
                  <a:schemeClr val="hlink"/>
                </a:solidFill>
                <a:latin typeface="Times New Roman"/>
                <a:ea typeface="Times New Roman"/>
                <a:cs typeface="Times New Roman"/>
                <a:sym typeface="Times New Roman"/>
              </a:rPr>
              <a:t>n</a:t>
            </a:r>
            <a:endParaRPr b="0" i="0" sz="2800" u="none">
              <a:solidFill>
                <a:schemeClr val="lt2"/>
              </a:solidFill>
              <a:latin typeface="Times New Roman"/>
              <a:ea typeface="Times New Roman"/>
              <a:cs typeface="Times New Roman"/>
              <a:sym typeface="Times New Roman"/>
            </a:endParaRPr>
          </a:p>
          <a:p>
            <a:pPr indent="-285750" lvl="1" marL="742950" rtl="0" algn="l">
              <a:lnSpc>
                <a:spcPct val="100000"/>
              </a:lnSpc>
              <a:spcBef>
                <a:spcPts val="560"/>
              </a:spcBef>
              <a:spcAft>
                <a:spcPts val="0"/>
              </a:spcAft>
              <a:buClr>
                <a:schemeClr val="hlink"/>
              </a:buClr>
              <a:buSzPts val="2800"/>
              <a:buFont typeface="Noto Sans Symbols"/>
              <a:buChar char="▪"/>
            </a:pPr>
            <a:r>
              <a:rPr b="0" i="0" lang="en-US" sz="2800" u="none">
                <a:solidFill>
                  <a:schemeClr val="hlink"/>
                </a:solidFill>
                <a:latin typeface="Times New Roman"/>
                <a:ea typeface="Times New Roman"/>
                <a:cs typeface="Times New Roman"/>
                <a:sym typeface="Times New Roman"/>
              </a:rPr>
              <a:t>flight(i,j)</a:t>
            </a:r>
            <a:r>
              <a:rPr b="0" i="0" lang="en-US" sz="2800" u="none">
                <a:solidFill>
                  <a:schemeClr val="lt2"/>
                </a:solidFill>
                <a:latin typeface="Times New Roman"/>
                <a:ea typeface="Times New Roman"/>
                <a:cs typeface="Times New Roman"/>
                <a:sym typeface="Times New Roman"/>
              </a:rPr>
              <a:t> </a:t>
            </a:r>
            <a:r>
              <a:rPr b="0" i="0" lang="en-US" sz="2800" u="none">
                <a:solidFill>
                  <a:schemeClr val="hlink"/>
                </a:solidFill>
                <a:latin typeface="Times New Roman"/>
                <a:ea typeface="Times New Roman"/>
                <a:cs typeface="Times New Roman"/>
                <a:sym typeface="Times New Roman"/>
              </a:rPr>
              <a:t>=</a:t>
            </a:r>
            <a:r>
              <a:rPr b="0" i="0" lang="en-US" sz="2800" u="none">
                <a:solidFill>
                  <a:schemeClr val="lt2"/>
                </a:solidFill>
                <a:latin typeface="Times New Roman"/>
                <a:ea typeface="Times New Roman"/>
                <a:cs typeface="Times New Roman"/>
                <a:sym typeface="Times New Roman"/>
              </a:rPr>
              <a:t> list of nonstop flights from airport </a:t>
            </a:r>
            <a:r>
              <a:rPr b="0" i="0" lang="en-US" sz="2800" u="none">
                <a:solidFill>
                  <a:schemeClr val="hlink"/>
                </a:solidFill>
                <a:latin typeface="Times New Roman"/>
                <a:ea typeface="Times New Roman"/>
                <a:cs typeface="Times New Roman"/>
                <a:sym typeface="Times New Roman"/>
              </a:rPr>
              <a:t>i </a:t>
            </a:r>
            <a:r>
              <a:rPr b="0" i="0" lang="en-US" sz="2800" u="none">
                <a:solidFill>
                  <a:schemeClr val="lt2"/>
                </a:solidFill>
                <a:latin typeface="Times New Roman"/>
                <a:ea typeface="Times New Roman"/>
                <a:cs typeface="Times New Roman"/>
                <a:sym typeface="Times New Roman"/>
              </a:rPr>
              <a:t>to airport</a:t>
            </a:r>
            <a:r>
              <a:rPr b="0" i="0" lang="en-US" sz="2800" u="none">
                <a:solidFill>
                  <a:schemeClr val="hlink"/>
                </a:solidFill>
                <a:latin typeface="Times New Roman"/>
                <a:ea typeface="Times New Roman"/>
                <a:cs typeface="Times New Roman"/>
                <a:sym typeface="Times New Roman"/>
              </a:rPr>
              <a:t> j</a:t>
            </a:r>
            <a:endParaRPr b="0" i="0" sz="2800" u="none">
              <a:solidFill>
                <a:schemeClr val="lt2"/>
              </a:solidFill>
              <a:latin typeface="Times New Roman"/>
              <a:ea typeface="Times New Roman"/>
              <a:cs typeface="Times New Roman"/>
              <a:sym typeface="Times New Roman"/>
            </a:endParaRPr>
          </a:p>
          <a:p>
            <a:pPr indent="-285750" lvl="1" marL="742950" rtl="0" algn="l">
              <a:lnSpc>
                <a:spcPct val="100000"/>
              </a:lnSpc>
              <a:spcBef>
                <a:spcPts val="560"/>
              </a:spcBef>
              <a:spcAft>
                <a:spcPts val="0"/>
              </a:spcAft>
              <a:buClr>
                <a:schemeClr val="hlink"/>
              </a:buClr>
              <a:buSzPts val="2800"/>
              <a:buFont typeface="Noto Sans Symbols"/>
              <a:buChar char="▪"/>
            </a:pPr>
            <a:r>
              <a:rPr b="0" i="0" lang="en-US" sz="2800" u="none">
                <a:solidFill>
                  <a:schemeClr val="hlink"/>
                </a:solidFill>
                <a:latin typeface="Times New Roman"/>
                <a:ea typeface="Times New Roman"/>
                <a:cs typeface="Times New Roman"/>
                <a:sym typeface="Times New Roman"/>
              </a:rPr>
              <a:t>n = 1000 </a:t>
            </a:r>
            <a:r>
              <a:rPr b="0" i="0" lang="en-US" sz="2800" u="none">
                <a:solidFill>
                  <a:schemeClr val="lt2"/>
                </a:solidFill>
                <a:latin typeface="Times New Roman"/>
                <a:ea typeface="Times New Roman"/>
                <a:cs typeface="Times New Roman"/>
                <a:sym typeface="Times New Roman"/>
              </a:rPr>
              <a:t>(say)</a:t>
            </a:r>
            <a:endParaRPr/>
          </a:p>
          <a:p>
            <a:pPr indent="-285750" lvl="1" marL="742950" rtl="0" algn="l">
              <a:lnSpc>
                <a:spcPct val="100000"/>
              </a:lnSpc>
              <a:spcBef>
                <a:spcPts val="560"/>
              </a:spcBef>
              <a:spcAft>
                <a:spcPts val="0"/>
              </a:spcAft>
              <a:buClr>
                <a:schemeClr val="hlink"/>
              </a:buClr>
              <a:buSzPts val="2800"/>
              <a:buFont typeface="Noto Sans Symbols"/>
              <a:buChar char="▪"/>
            </a:pPr>
            <a:r>
              <a:rPr b="0" i="0" lang="en-US" sz="2800" u="none">
                <a:solidFill>
                  <a:schemeClr val="hlink"/>
                </a:solidFill>
                <a:latin typeface="Times New Roman"/>
                <a:ea typeface="Times New Roman"/>
                <a:cs typeface="Times New Roman"/>
                <a:sym typeface="Times New Roman"/>
              </a:rPr>
              <a:t>n x n </a:t>
            </a:r>
            <a:r>
              <a:rPr b="0" i="0" lang="en-US" sz="2800" u="none">
                <a:solidFill>
                  <a:schemeClr val="lt2"/>
                </a:solidFill>
                <a:latin typeface="Times New Roman"/>
                <a:ea typeface="Times New Roman"/>
                <a:cs typeface="Times New Roman"/>
                <a:sym typeface="Times New Roman"/>
              </a:rPr>
              <a:t>array of list references </a:t>
            </a:r>
            <a:r>
              <a:rPr b="0" i="0" lang="en-US" sz="2800" u="none">
                <a:solidFill>
                  <a:schemeClr val="hlink"/>
                </a:solidFill>
                <a:latin typeface="Times New Roman"/>
                <a:ea typeface="Times New Roman"/>
                <a:cs typeface="Times New Roman"/>
                <a:sym typeface="Times New Roman"/>
              </a:rPr>
              <a:t>=&gt; 4 million bytes</a:t>
            </a:r>
            <a:endParaRPr/>
          </a:p>
          <a:p>
            <a:pPr indent="-285750" lvl="1" marL="742950" rtl="0" algn="l">
              <a:lnSpc>
                <a:spcPct val="100000"/>
              </a:lnSpc>
              <a:spcBef>
                <a:spcPts val="560"/>
              </a:spcBef>
              <a:spcAft>
                <a:spcPts val="0"/>
              </a:spcAft>
              <a:buClr>
                <a:schemeClr val="lt2"/>
              </a:buClr>
              <a:buSzPts val="2800"/>
              <a:buFont typeface="Noto Sans Symbols"/>
              <a:buChar char="▪"/>
            </a:pPr>
            <a:r>
              <a:rPr b="0" i="0" lang="en-US" sz="2800" u="none">
                <a:solidFill>
                  <a:schemeClr val="lt2"/>
                </a:solidFill>
                <a:latin typeface="Times New Roman"/>
                <a:ea typeface="Times New Roman"/>
                <a:cs typeface="Times New Roman"/>
                <a:sym typeface="Times New Roman"/>
              </a:rPr>
              <a:t>total number of flights </a:t>
            </a:r>
            <a:r>
              <a:rPr b="0" i="0" lang="en-US" sz="2800" u="none">
                <a:solidFill>
                  <a:schemeClr val="hlink"/>
                </a:solidFill>
                <a:latin typeface="Times New Roman"/>
                <a:ea typeface="Times New Roman"/>
                <a:cs typeface="Times New Roman"/>
                <a:sym typeface="Times New Roman"/>
              </a:rPr>
              <a:t>= 20,000 </a:t>
            </a:r>
            <a:r>
              <a:rPr b="0" i="0" lang="en-US" sz="2800" u="none">
                <a:solidFill>
                  <a:schemeClr val="lt2"/>
                </a:solidFill>
                <a:latin typeface="Times New Roman"/>
                <a:ea typeface="Times New Roman"/>
                <a:cs typeface="Times New Roman"/>
                <a:sym typeface="Times New Roman"/>
              </a:rPr>
              <a:t>(say)</a:t>
            </a:r>
            <a:endParaRPr/>
          </a:p>
          <a:p>
            <a:pPr indent="-285750" lvl="1" marL="742950" rtl="0" algn="l">
              <a:lnSpc>
                <a:spcPct val="100000"/>
              </a:lnSpc>
              <a:spcBef>
                <a:spcPts val="560"/>
              </a:spcBef>
              <a:spcAft>
                <a:spcPts val="0"/>
              </a:spcAft>
              <a:buClr>
                <a:schemeClr val="lt2"/>
              </a:buClr>
              <a:buSzPts val="2800"/>
              <a:buFont typeface="Noto Sans Symbols"/>
              <a:buChar char="▪"/>
            </a:pPr>
            <a:r>
              <a:rPr b="0" i="0" lang="en-US" sz="2800" u="none">
                <a:solidFill>
                  <a:schemeClr val="lt2"/>
                </a:solidFill>
                <a:latin typeface="Times New Roman"/>
                <a:ea typeface="Times New Roman"/>
                <a:cs typeface="Times New Roman"/>
                <a:sym typeface="Times New Roman"/>
              </a:rPr>
              <a:t>need at most</a:t>
            </a:r>
            <a:r>
              <a:rPr b="0" i="0" lang="en-US" sz="2800" u="none">
                <a:solidFill>
                  <a:schemeClr val="hlink"/>
                </a:solidFill>
                <a:latin typeface="Times New Roman"/>
                <a:ea typeface="Times New Roman"/>
                <a:cs typeface="Times New Roman"/>
                <a:sym typeface="Times New Roman"/>
              </a:rPr>
              <a:t> 20,000 </a:t>
            </a:r>
            <a:r>
              <a:rPr b="0" i="0" lang="en-US" sz="2800" u="none">
                <a:solidFill>
                  <a:schemeClr val="lt2"/>
                </a:solidFill>
                <a:latin typeface="Times New Roman"/>
                <a:ea typeface="Times New Roman"/>
                <a:cs typeface="Times New Roman"/>
                <a:sym typeface="Times New Roman"/>
              </a:rPr>
              <a:t>list references </a:t>
            </a:r>
            <a:r>
              <a:rPr b="0" i="0" lang="en-US" sz="2800" u="none">
                <a:solidFill>
                  <a:schemeClr val="hlink"/>
                </a:solidFill>
                <a:latin typeface="Times New Roman"/>
                <a:ea typeface="Times New Roman"/>
                <a:cs typeface="Times New Roman"/>
                <a:sym typeface="Times New Roman"/>
              </a:rPr>
              <a:t>=&gt; </a:t>
            </a:r>
            <a:r>
              <a:rPr b="0" i="0" lang="en-US" sz="2800" u="none">
                <a:solidFill>
                  <a:schemeClr val="lt2"/>
                </a:solidFill>
                <a:latin typeface="Times New Roman"/>
                <a:ea typeface="Times New Roman"/>
                <a:cs typeface="Times New Roman"/>
                <a:sym typeface="Times New Roman"/>
              </a:rPr>
              <a:t>at most </a:t>
            </a:r>
            <a:r>
              <a:rPr b="0" i="0" lang="en-US" sz="2800" u="none">
                <a:solidFill>
                  <a:schemeClr val="hlink"/>
                </a:solidFill>
                <a:latin typeface="Times New Roman"/>
                <a:ea typeface="Times New Roman"/>
                <a:cs typeface="Times New Roman"/>
                <a:sym typeface="Times New Roman"/>
              </a:rPr>
              <a:t>80,000 bytes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ctrTitle"/>
          </p:nvPr>
        </p:nvSpPr>
        <p:spPr>
          <a:xfrm>
            <a:off x="762000" y="3810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Unstructured Sparse Matrices</a:t>
            </a:r>
            <a:endParaRPr/>
          </a:p>
        </p:txBody>
      </p:sp>
      <p:sp>
        <p:nvSpPr>
          <p:cNvPr id="110" name="Google Shape;110;p4"/>
          <p:cNvSpPr txBox="1"/>
          <p:nvPr>
            <p:ph idx="1" type="subTitle"/>
          </p:nvPr>
        </p:nvSpPr>
        <p:spPr>
          <a:xfrm>
            <a:off x="609600" y="1752600"/>
            <a:ext cx="7848600" cy="44958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Web page matrix.</a:t>
            </a:r>
            <a:endParaRPr/>
          </a:p>
          <a:p>
            <a:pPr indent="-285750" lvl="1" marL="742950" rtl="0" algn="l">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web pages are numbered </a:t>
            </a:r>
            <a:r>
              <a:rPr b="0" i="0" lang="en-US" sz="2800" u="none">
                <a:solidFill>
                  <a:schemeClr val="hlink"/>
                </a:solidFill>
                <a:latin typeface="Times New Roman"/>
                <a:ea typeface="Times New Roman"/>
                <a:cs typeface="Times New Roman"/>
                <a:sym typeface="Times New Roman"/>
              </a:rPr>
              <a:t>1 </a:t>
            </a:r>
            <a:r>
              <a:rPr b="0" i="0" lang="en-US" sz="2800" u="none">
                <a:solidFill>
                  <a:schemeClr val="lt2"/>
                </a:solidFill>
                <a:latin typeface="Times New Roman"/>
                <a:ea typeface="Times New Roman"/>
                <a:cs typeface="Times New Roman"/>
                <a:sym typeface="Times New Roman"/>
              </a:rPr>
              <a:t>through </a:t>
            </a:r>
            <a:r>
              <a:rPr b="0" i="0" lang="en-US" sz="2800" u="none">
                <a:solidFill>
                  <a:schemeClr val="hlink"/>
                </a:solidFill>
                <a:latin typeface="Times New Roman"/>
                <a:ea typeface="Times New Roman"/>
                <a:cs typeface="Times New Roman"/>
                <a:sym typeface="Times New Roman"/>
              </a:rPr>
              <a:t>n</a:t>
            </a:r>
            <a:endParaRPr b="0" i="0" sz="2800" u="none">
              <a:solidFill>
                <a:schemeClr val="lt2"/>
              </a:solidFill>
              <a:latin typeface="Times New Roman"/>
              <a:ea typeface="Times New Roman"/>
              <a:cs typeface="Times New Roman"/>
              <a:sym typeface="Times New Roman"/>
            </a:endParaRPr>
          </a:p>
          <a:p>
            <a:pPr indent="-285750" lvl="1" marL="742950" rtl="0" algn="l">
              <a:lnSpc>
                <a:spcPct val="100000"/>
              </a:lnSpc>
              <a:spcBef>
                <a:spcPts val="560"/>
              </a:spcBef>
              <a:spcAft>
                <a:spcPts val="0"/>
              </a:spcAft>
              <a:buClr>
                <a:schemeClr val="hlink"/>
              </a:buClr>
              <a:buSzPts val="2800"/>
              <a:buFont typeface="Times New Roman"/>
              <a:buNone/>
            </a:pPr>
            <a:r>
              <a:rPr b="0" i="0" lang="en-US" sz="2800" u="none">
                <a:solidFill>
                  <a:schemeClr val="hlink"/>
                </a:solidFill>
                <a:latin typeface="Times New Roman"/>
                <a:ea typeface="Times New Roman"/>
                <a:cs typeface="Times New Roman"/>
                <a:sym typeface="Times New Roman"/>
              </a:rPr>
              <a:t>web(i,j)</a:t>
            </a:r>
            <a:r>
              <a:rPr b="0" i="0" lang="en-US" sz="2800" u="none">
                <a:solidFill>
                  <a:schemeClr val="lt2"/>
                </a:solidFill>
                <a:latin typeface="Times New Roman"/>
                <a:ea typeface="Times New Roman"/>
                <a:cs typeface="Times New Roman"/>
                <a:sym typeface="Times New Roman"/>
              </a:rPr>
              <a:t> </a:t>
            </a:r>
            <a:r>
              <a:rPr b="0" i="0" lang="en-US" sz="2800" u="none">
                <a:solidFill>
                  <a:schemeClr val="hlink"/>
                </a:solidFill>
                <a:latin typeface="Times New Roman"/>
                <a:ea typeface="Times New Roman"/>
                <a:cs typeface="Times New Roman"/>
                <a:sym typeface="Times New Roman"/>
              </a:rPr>
              <a:t>=</a:t>
            </a:r>
            <a:r>
              <a:rPr b="0" i="0" lang="en-US" sz="2800" u="none">
                <a:solidFill>
                  <a:schemeClr val="lt2"/>
                </a:solidFill>
                <a:latin typeface="Times New Roman"/>
                <a:ea typeface="Times New Roman"/>
                <a:cs typeface="Times New Roman"/>
                <a:sym typeface="Times New Roman"/>
              </a:rPr>
              <a:t> number of links from page </a:t>
            </a:r>
            <a:r>
              <a:rPr b="0" i="0" lang="en-US" sz="2800" u="none">
                <a:solidFill>
                  <a:schemeClr val="hlink"/>
                </a:solidFill>
                <a:latin typeface="Times New Roman"/>
                <a:ea typeface="Times New Roman"/>
                <a:cs typeface="Times New Roman"/>
                <a:sym typeface="Times New Roman"/>
              </a:rPr>
              <a:t>i </a:t>
            </a:r>
            <a:r>
              <a:rPr b="0" i="0" lang="en-US" sz="2800" u="none">
                <a:solidFill>
                  <a:schemeClr val="lt2"/>
                </a:solidFill>
                <a:latin typeface="Times New Roman"/>
                <a:ea typeface="Times New Roman"/>
                <a:cs typeface="Times New Roman"/>
                <a:sym typeface="Times New Roman"/>
              </a:rPr>
              <a:t>to page </a:t>
            </a:r>
            <a:r>
              <a:rPr b="0" i="0" lang="en-US" sz="2800" u="none">
                <a:solidFill>
                  <a:schemeClr val="hlink"/>
                </a:solidFill>
                <a:latin typeface="Times New Roman"/>
                <a:ea typeface="Times New Roman"/>
                <a:cs typeface="Times New Roman"/>
                <a:sym typeface="Times New Roman"/>
              </a:rPr>
              <a:t>j</a:t>
            </a:r>
            <a:endParaRPr b="0" i="0" sz="2800" u="none">
              <a:solidFill>
                <a:schemeClr val="lt2"/>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Web analysis.</a:t>
            </a:r>
            <a:endParaRPr/>
          </a:p>
          <a:p>
            <a:pPr indent="-285750" lvl="1" marL="742950" rtl="0" algn="l">
              <a:lnSpc>
                <a:spcPct val="100000"/>
              </a:lnSpc>
              <a:spcBef>
                <a:spcPts val="560"/>
              </a:spcBef>
              <a:spcAft>
                <a:spcPts val="0"/>
              </a:spcAft>
              <a:buClr>
                <a:schemeClr val="hlink"/>
              </a:buClr>
              <a:buSzPts val="2800"/>
              <a:buFont typeface="Times New Roman"/>
              <a:buNone/>
            </a:pPr>
            <a:r>
              <a:rPr b="0" i="0" lang="en-US" sz="2800" u="none">
                <a:solidFill>
                  <a:schemeClr val="hlink"/>
                </a:solidFill>
                <a:latin typeface="Times New Roman"/>
                <a:ea typeface="Times New Roman"/>
                <a:cs typeface="Times New Roman"/>
                <a:sym typeface="Times New Roman"/>
              </a:rPr>
              <a:t>authority page </a:t>
            </a:r>
            <a:r>
              <a:rPr b="0" i="0" lang="en-US" sz="2800" u="none">
                <a:solidFill>
                  <a:schemeClr val="lt2"/>
                </a:solidFill>
                <a:latin typeface="Times New Roman"/>
                <a:ea typeface="Times New Roman"/>
                <a:cs typeface="Times New Roman"/>
                <a:sym typeface="Times New Roman"/>
              </a:rPr>
              <a:t>… page that has many links to it</a:t>
            </a:r>
            <a:endParaRPr/>
          </a:p>
          <a:p>
            <a:pPr indent="-285750" lvl="1" marL="742950" rtl="0" algn="l">
              <a:lnSpc>
                <a:spcPct val="100000"/>
              </a:lnSpc>
              <a:spcBef>
                <a:spcPts val="560"/>
              </a:spcBef>
              <a:spcAft>
                <a:spcPts val="0"/>
              </a:spcAft>
              <a:buClr>
                <a:schemeClr val="hlink"/>
              </a:buClr>
              <a:buSzPts val="2800"/>
              <a:buFont typeface="Times New Roman"/>
              <a:buNone/>
            </a:pPr>
            <a:r>
              <a:rPr b="0" i="0" lang="en-US" sz="2800" u="none">
                <a:solidFill>
                  <a:schemeClr val="hlink"/>
                </a:solidFill>
                <a:latin typeface="Times New Roman"/>
                <a:ea typeface="Times New Roman"/>
                <a:cs typeface="Times New Roman"/>
                <a:sym typeface="Times New Roman"/>
              </a:rPr>
              <a:t>hub page </a:t>
            </a:r>
            <a:r>
              <a:rPr b="0" i="0" lang="en-US" sz="2800" u="none">
                <a:solidFill>
                  <a:schemeClr val="lt2"/>
                </a:solidFill>
                <a:latin typeface="Times New Roman"/>
                <a:ea typeface="Times New Roman"/>
                <a:cs typeface="Times New Roman"/>
                <a:sym typeface="Times New Roman"/>
              </a:rPr>
              <a:t>… links to many authority pages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ctrTitle"/>
          </p:nvPr>
        </p:nvSpPr>
        <p:spPr>
          <a:xfrm>
            <a:off x="685800" y="0"/>
            <a:ext cx="7772400" cy="914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Web Page Matrix</a:t>
            </a:r>
            <a:endParaRPr/>
          </a:p>
        </p:txBody>
      </p:sp>
      <p:sp>
        <p:nvSpPr>
          <p:cNvPr id="117" name="Google Shape;117;p5"/>
          <p:cNvSpPr txBox="1"/>
          <p:nvPr>
            <p:ph idx="1" type="subTitle"/>
          </p:nvPr>
        </p:nvSpPr>
        <p:spPr>
          <a:xfrm>
            <a:off x="228600" y="990600"/>
            <a:ext cx="8686800" cy="4495800"/>
          </a:xfrm>
          <a:prstGeom prst="rect">
            <a:avLst/>
          </a:prstGeom>
          <a:noFill/>
          <a:ln>
            <a:noFill/>
          </a:ln>
        </p:spPr>
        <p:txBody>
          <a:bodyPr anchorCtr="0" anchor="t" bIns="46025" lIns="92075" spcFirstLastPara="1" rIns="92075" wrap="square" tIns="46025">
            <a:noAutofit/>
          </a:bodyPr>
          <a:lstStyle/>
          <a:p>
            <a:pPr indent="-285750" lvl="1" marL="742950" rtl="0" algn="l">
              <a:lnSpc>
                <a:spcPct val="100000"/>
              </a:lnSpc>
              <a:spcBef>
                <a:spcPts val="0"/>
              </a:spcBef>
              <a:spcAft>
                <a:spcPts val="0"/>
              </a:spcAft>
              <a:buClr>
                <a:schemeClr val="hlink"/>
              </a:buClr>
              <a:buSzPts val="3200"/>
              <a:buFont typeface="Noto Sans Symbols"/>
              <a:buChar char="▪"/>
            </a:pPr>
            <a:r>
              <a:rPr b="0" i="0" lang="en-US" sz="3200" u="none">
                <a:solidFill>
                  <a:schemeClr val="hlink"/>
                </a:solidFill>
                <a:latin typeface="Times New Roman"/>
                <a:ea typeface="Times New Roman"/>
                <a:cs typeface="Times New Roman"/>
                <a:sym typeface="Times New Roman"/>
              </a:rPr>
              <a:t>n = 2 billion </a:t>
            </a:r>
            <a:r>
              <a:rPr b="0" i="0" lang="en-US" sz="3200" u="none">
                <a:solidFill>
                  <a:schemeClr val="lt2"/>
                </a:solidFill>
                <a:latin typeface="Times New Roman"/>
                <a:ea typeface="Times New Roman"/>
                <a:cs typeface="Times New Roman"/>
                <a:sym typeface="Times New Roman"/>
              </a:rPr>
              <a:t>(and growing by </a:t>
            </a:r>
            <a:r>
              <a:rPr b="0" i="0" lang="en-US" sz="3200" u="none">
                <a:solidFill>
                  <a:schemeClr val="hlink"/>
                </a:solidFill>
                <a:latin typeface="Times New Roman"/>
                <a:ea typeface="Times New Roman"/>
                <a:cs typeface="Times New Roman"/>
                <a:sym typeface="Times New Roman"/>
              </a:rPr>
              <a:t>1 million </a:t>
            </a:r>
            <a:r>
              <a:rPr b="0" i="0" lang="en-US" sz="3200" u="none">
                <a:solidFill>
                  <a:schemeClr val="lt2"/>
                </a:solidFill>
                <a:latin typeface="Times New Roman"/>
                <a:ea typeface="Times New Roman"/>
                <a:cs typeface="Times New Roman"/>
                <a:sym typeface="Times New Roman"/>
              </a:rPr>
              <a:t>a day)</a:t>
            </a:r>
            <a:endParaRPr/>
          </a:p>
          <a:p>
            <a:pPr indent="-285750" lvl="1" marL="742950" rtl="0" algn="l">
              <a:lnSpc>
                <a:spcPct val="100000"/>
              </a:lnSpc>
              <a:spcBef>
                <a:spcPts val="640"/>
              </a:spcBef>
              <a:spcAft>
                <a:spcPts val="0"/>
              </a:spcAft>
              <a:buClr>
                <a:schemeClr val="hlink"/>
              </a:buClr>
              <a:buSzPts val="3200"/>
              <a:buFont typeface="Noto Sans Symbols"/>
              <a:buChar char="▪"/>
            </a:pPr>
            <a:r>
              <a:rPr b="0" i="0" lang="en-US" sz="3200" u="none">
                <a:solidFill>
                  <a:schemeClr val="hlink"/>
                </a:solidFill>
                <a:latin typeface="Times New Roman"/>
                <a:ea typeface="Times New Roman"/>
                <a:cs typeface="Times New Roman"/>
                <a:sym typeface="Times New Roman"/>
              </a:rPr>
              <a:t>n x n </a:t>
            </a:r>
            <a:r>
              <a:rPr b="0" i="0" lang="en-US" sz="3200" u="none">
                <a:solidFill>
                  <a:schemeClr val="lt2"/>
                </a:solidFill>
                <a:latin typeface="Times New Roman"/>
                <a:ea typeface="Times New Roman"/>
                <a:cs typeface="Times New Roman"/>
                <a:sym typeface="Times New Roman"/>
              </a:rPr>
              <a:t>array of </a:t>
            </a:r>
            <a:r>
              <a:rPr b="0" i="0" lang="en-US" sz="3200" u="none">
                <a:solidFill>
                  <a:schemeClr val="dk2"/>
                </a:solidFill>
                <a:latin typeface="Times New Roman"/>
                <a:ea typeface="Times New Roman"/>
                <a:cs typeface="Times New Roman"/>
                <a:sym typeface="Times New Roman"/>
              </a:rPr>
              <a:t>int</a:t>
            </a:r>
            <a:r>
              <a:rPr b="0" i="0" lang="en-US" sz="3200" u="none">
                <a:solidFill>
                  <a:schemeClr val="lt2"/>
                </a:solidFill>
                <a:latin typeface="Times New Roman"/>
                <a:ea typeface="Times New Roman"/>
                <a:cs typeface="Times New Roman"/>
                <a:sym typeface="Times New Roman"/>
              </a:rPr>
              <a:t>s </a:t>
            </a:r>
            <a:r>
              <a:rPr b="0" i="0" lang="en-US" sz="3200" u="none">
                <a:solidFill>
                  <a:schemeClr val="hlink"/>
                </a:solidFill>
                <a:latin typeface="Times New Roman"/>
                <a:ea typeface="Times New Roman"/>
                <a:cs typeface="Times New Roman"/>
                <a:sym typeface="Times New Roman"/>
              </a:rPr>
              <a:t>=&gt; 16 * 10</a:t>
            </a:r>
            <a:r>
              <a:rPr b="0" baseline="30000" i="0" lang="en-US" sz="3200" u="none">
                <a:solidFill>
                  <a:schemeClr val="hlink"/>
                </a:solidFill>
                <a:latin typeface="Times New Roman"/>
                <a:ea typeface="Times New Roman"/>
                <a:cs typeface="Times New Roman"/>
                <a:sym typeface="Times New Roman"/>
              </a:rPr>
              <a:t>18</a:t>
            </a:r>
            <a:r>
              <a:rPr b="0" i="0" lang="en-US" sz="3200" u="none">
                <a:solidFill>
                  <a:schemeClr val="hlink"/>
                </a:solidFill>
                <a:latin typeface="Times New Roman"/>
                <a:ea typeface="Times New Roman"/>
                <a:cs typeface="Times New Roman"/>
                <a:sym typeface="Times New Roman"/>
              </a:rPr>
              <a:t> bytes (16 * 10</a:t>
            </a:r>
            <a:r>
              <a:rPr b="0" baseline="30000" i="0" lang="en-US" sz="3200" u="none">
                <a:solidFill>
                  <a:schemeClr val="hlink"/>
                </a:solidFill>
                <a:latin typeface="Times New Roman"/>
                <a:ea typeface="Times New Roman"/>
                <a:cs typeface="Times New Roman"/>
                <a:sym typeface="Times New Roman"/>
              </a:rPr>
              <a:t>9</a:t>
            </a:r>
            <a:r>
              <a:rPr b="0" i="0" lang="en-US" sz="3200" u="none">
                <a:solidFill>
                  <a:schemeClr val="hlink"/>
                </a:solidFill>
                <a:latin typeface="Times New Roman"/>
                <a:ea typeface="Times New Roman"/>
                <a:cs typeface="Times New Roman"/>
                <a:sym typeface="Times New Roman"/>
              </a:rPr>
              <a:t> GB)</a:t>
            </a:r>
            <a:endParaRPr/>
          </a:p>
          <a:p>
            <a:pPr indent="-285750" lvl="1" marL="742950" rtl="0" algn="l">
              <a:lnSpc>
                <a:spcPct val="100000"/>
              </a:lnSpc>
              <a:spcBef>
                <a:spcPts val="640"/>
              </a:spcBef>
              <a:spcAft>
                <a:spcPts val="0"/>
              </a:spcAft>
              <a:buClr>
                <a:schemeClr val="lt2"/>
              </a:buClr>
              <a:buSzPts val="3200"/>
              <a:buFont typeface="Noto Sans Symbols"/>
              <a:buChar char="▪"/>
            </a:pPr>
            <a:r>
              <a:rPr b="0" i="0" lang="en-US" sz="3200" u="none">
                <a:solidFill>
                  <a:schemeClr val="lt2"/>
                </a:solidFill>
                <a:latin typeface="Times New Roman"/>
                <a:ea typeface="Times New Roman"/>
                <a:cs typeface="Times New Roman"/>
                <a:sym typeface="Times New Roman"/>
              </a:rPr>
              <a:t>each page links to </a:t>
            </a:r>
            <a:r>
              <a:rPr b="0" i="0" lang="en-US" sz="3200" u="none">
                <a:solidFill>
                  <a:schemeClr val="hlink"/>
                </a:solidFill>
                <a:latin typeface="Times New Roman"/>
                <a:ea typeface="Times New Roman"/>
                <a:cs typeface="Times New Roman"/>
                <a:sym typeface="Times New Roman"/>
              </a:rPr>
              <a:t>10 </a:t>
            </a:r>
            <a:r>
              <a:rPr b="0" i="0" lang="en-US" sz="3200" u="none">
                <a:solidFill>
                  <a:schemeClr val="lt2"/>
                </a:solidFill>
                <a:latin typeface="Times New Roman"/>
                <a:ea typeface="Times New Roman"/>
                <a:cs typeface="Times New Roman"/>
                <a:sym typeface="Times New Roman"/>
              </a:rPr>
              <a:t>(say) other pages on average</a:t>
            </a:r>
            <a:endParaRPr/>
          </a:p>
          <a:p>
            <a:pPr indent="-285750" lvl="1" marL="742950" rtl="0" algn="l">
              <a:lnSpc>
                <a:spcPct val="100000"/>
              </a:lnSpc>
              <a:spcBef>
                <a:spcPts val="640"/>
              </a:spcBef>
              <a:spcAft>
                <a:spcPts val="0"/>
              </a:spcAft>
              <a:buClr>
                <a:schemeClr val="lt2"/>
              </a:buClr>
              <a:buSzPts val="3200"/>
              <a:buFont typeface="Noto Sans Symbols"/>
              <a:buChar char="▪"/>
            </a:pPr>
            <a:r>
              <a:rPr b="0" i="0" lang="en-US" sz="3200" u="none">
                <a:solidFill>
                  <a:schemeClr val="lt2"/>
                </a:solidFill>
                <a:latin typeface="Times New Roman"/>
                <a:ea typeface="Times New Roman"/>
                <a:cs typeface="Times New Roman"/>
                <a:sym typeface="Times New Roman"/>
              </a:rPr>
              <a:t>on average there are 10 nonzero entries per row</a:t>
            </a:r>
            <a:endParaRPr b="0" i="0" sz="3200" u="none">
              <a:solidFill>
                <a:schemeClr val="hlink"/>
              </a:solidFill>
              <a:latin typeface="Times New Roman"/>
              <a:ea typeface="Times New Roman"/>
              <a:cs typeface="Times New Roman"/>
              <a:sym typeface="Times New Roman"/>
            </a:endParaRPr>
          </a:p>
          <a:p>
            <a:pPr indent="-285750" lvl="1" marL="742950" rtl="0" algn="l">
              <a:lnSpc>
                <a:spcPct val="100000"/>
              </a:lnSpc>
              <a:spcBef>
                <a:spcPts val="640"/>
              </a:spcBef>
              <a:spcAft>
                <a:spcPts val="0"/>
              </a:spcAft>
              <a:buClr>
                <a:schemeClr val="lt2"/>
              </a:buClr>
              <a:buSzPts val="3200"/>
              <a:buFont typeface="Noto Sans Symbols"/>
              <a:buChar char="▪"/>
            </a:pPr>
            <a:r>
              <a:rPr b="0" i="0" lang="en-US" sz="3200" u="none">
                <a:solidFill>
                  <a:schemeClr val="lt2"/>
                </a:solidFill>
                <a:latin typeface="Times New Roman"/>
                <a:ea typeface="Times New Roman"/>
                <a:cs typeface="Times New Roman"/>
                <a:sym typeface="Times New Roman"/>
              </a:rPr>
              <a:t>space needed for nonzero elements is approximately </a:t>
            </a:r>
            <a:r>
              <a:rPr b="0" i="0" lang="en-US" sz="3200" u="none">
                <a:solidFill>
                  <a:schemeClr val="hlink"/>
                </a:solidFill>
                <a:latin typeface="Times New Roman"/>
                <a:ea typeface="Times New Roman"/>
                <a:cs typeface="Times New Roman"/>
                <a:sym typeface="Times New Roman"/>
              </a:rPr>
              <a:t>20 billion x 4 bytes = 80 billion bytes (80 GB)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6"/>
          <p:cNvSpPr txBox="1"/>
          <p:nvPr>
            <p:ph type="ctrTitle"/>
          </p:nvPr>
        </p:nvSpPr>
        <p:spPr>
          <a:xfrm>
            <a:off x="609600" y="2286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Representation Of Unstructured Sparse Matrices</a:t>
            </a:r>
            <a:endParaRPr/>
          </a:p>
        </p:txBody>
      </p:sp>
      <p:sp>
        <p:nvSpPr>
          <p:cNvPr id="123" name="Google Shape;123;p6"/>
          <p:cNvSpPr txBox="1"/>
          <p:nvPr>
            <p:ph idx="1" type="subTitle"/>
          </p:nvPr>
        </p:nvSpPr>
        <p:spPr>
          <a:xfrm>
            <a:off x="381000" y="1828800"/>
            <a:ext cx="8458200" cy="42672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Single linear list in row-major order.</a:t>
            </a:r>
            <a:endParaRPr/>
          </a:p>
          <a:p>
            <a:pPr indent="-285750" lvl="1" marL="742950" rtl="0" algn="l">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scan the nonzero elements of the sparse matrix in row-major order</a:t>
            </a:r>
            <a:endParaRPr/>
          </a:p>
          <a:p>
            <a:pPr indent="-285750" lvl="1" marL="742950" rtl="0" algn="l">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each nonzero element is represented by a triple</a:t>
            </a:r>
            <a:endParaRPr/>
          </a:p>
          <a:p>
            <a:pPr indent="-285750" lvl="1" marL="742950" rtl="0" algn="ctr">
              <a:lnSpc>
                <a:spcPct val="100000"/>
              </a:lnSpc>
              <a:spcBef>
                <a:spcPts val="560"/>
              </a:spcBef>
              <a:spcAft>
                <a:spcPts val="0"/>
              </a:spcAft>
              <a:buClr>
                <a:schemeClr val="hlink"/>
              </a:buClr>
              <a:buSzPts val="2800"/>
              <a:buFont typeface="Times New Roman"/>
              <a:buNone/>
            </a:pPr>
            <a:r>
              <a:rPr b="0" i="0" lang="en-US" sz="2800" u="none">
                <a:solidFill>
                  <a:schemeClr val="hlink"/>
                </a:solidFill>
                <a:latin typeface="Times New Roman"/>
                <a:ea typeface="Times New Roman"/>
                <a:cs typeface="Times New Roman"/>
                <a:sym typeface="Times New Roman"/>
              </a:rPr>
              <a:t>(row, column, value)</a:t>
            </a:r>
            <a:endParaRPr/>
          </a:p>
          <a:p>
            <a:pPr indent="-285750" lvl="1" marL="742950" rtl="0" algn="l">
              <a:lnSpc>
                <a:spcPct val="100000"/>
              </a:lnSpc>
              <a:spcBef>
                <a:spcPts val="560"/>
              </a:spcBef>
              <a:spcAft>
                <a:spcPts val="0"/>
              </a:spcAft>
              <a:buClr>
                <a:schemeClr val="lt2"/>
              </a:buClr>
              <a:buSzPts val="2800"/>
              <a:buFont typeface="Times New Roman"/>
              <a:buNone/>
            </a:pPr>
            <a:r>
              <a:rPr b="0" i="0" lang="en-US" sz="2800" u="none">
                <a:solidFill>
                  <a:schemeClr val="lt2"/>
                </a:solidFill>
                <a:latin typeface="Times New Roman"/>
                <a:ea typeface="Times New Roman"/>
                <a:cs typeface="Times New Roman"/>
                <a:sym typeface="Times New Roman"/>
              </a:rPr>
              <a:t>the list of triples may be an array list or a linked list (chain)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txBox="1"/>
          <p:nvPr>
            <p:ph type="title"/>
          </p:nvPr>
        </p:nvSpPr>
        <p:spPr>
          <a:xfrm>
            <a:off x="685800" y="152400"/>
            <a:ext cx="77724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t/>
            </a:r>
            <a:endParaRPr sz="4400">
              <a:solidFill>
                <a:schemeClr val="dk2"/>
              </a:solidFill>
              <a:latin typeface="Times New Roman"/>
              <a:ea typeface="Times New Roman"/>
              <a:cs typeface="Times New Roman"/>
              <a:sym typeface="Times New Roman"/>
            </a:endParaRPr>
          </a:p>
        </p:txBody>
      </p:sp>
      <p:sp>
        <p:nvSpPr>
          <p:cNvPr id="129" name="Google Shape;129;p7"/>
          <p:cNvSpPr txBox="1"/>
          <p:nvPr>
            <p:ph idx="1" type="body"/>
          </p:nvPr>
        </p:nvSpPr>
        <p:spPr>
          <a:xfrm>
            <a:off x="685800" y="1981200"/>
            <a:ext cx="7772400" cy="4114800"/>
          </a:xfrm>
          <a:prstGeom prst="rect">
            <a:avLst/>
          </a:prstGeom>
          <a:noFill/>
          <a:ln>
            <a:noFill/>
          </a:ln>
        </p:spPr>
        <p:txBody>
          <a:bodyPr anchorCtr="0" anchor="t" bIns="46025" lIns="92075" spcFirstLastPara="1" rIns="92075" wrap="square" tIns="46025">
            <a:no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TRIPLET REPRESENTATION -Array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aphicFrame>
        <p:nvGraphicFramePr>
          <p:cNvPr id="134" name="Google Shape;134;p8"/>
          <p:cNvGraphicFramePr/>
          <p:nvPr/>
        </p:nvGraphicFramePr>
        <p:xfrm>
          <a:off x="457200" y="304800"/>
          <a:ext cx="3000000" cy="3000000"/>
        </p:xfrm>
        <a:graphic>
          <a:graphicData uri="http://schemas.openxmlformats.org/drawingml/2006/table">
            <a:tbl>
              <a:tblPr>
                <a:noFill/>
                <a:tableStyleId>{00E80B7D-D2CB-474B-BAB5-8A5BB8C590A5}</a:tableStyleId>
              </a:tblPr>
              <a:tblGrid>
                <a:gridCol w="952500"/>
                <a:gridCol w="952500"/>
                <a:gridCol w="952500"/>
                <a:gridCol w="952500"/>
              </a:tblGrid>
              <a:tr h="755650">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15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55650">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45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80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r>
              <a:tr h="755650">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55650">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135" name="Google Shape;135;p8"/>
          <p:cNvGraphicFramePr/>
          <p:nvPr/>
        </p:nvGraphicFramePr>
        <p:xfrm>
          <a:off x="5410200" y="3810000"/>
          <a:ext cx="3000000" cy="3000000"/>
        </p:xfrm>
        <a:graphic>
          <a:graphicData uri="http://schemas.openxmlformats.org/drawingml/2006/table">
            <a:tbl>
              <a:tblPr>
                <a:noFill/>
                <a:tableStyleId>{00E80B7D-D2CB-474B-BAB5-8A5BB8C590A5}</a:tableStyleId>
              </a:tblPr>
              <a:tblGrid>
                <a:gridCol w="889000"/>
                <a:gridCol w="889000"/>
                <a:gridCol w="889000"/>
              </a:tblGrid>
              <a:tr h="579425">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9425">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15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7850">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45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9425">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80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9425">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36" name="Google Shape;136;p8"/>
          <p:cNvSpPr txBox="1"/>
          <p:nvPr/>
        </p:nvSpPr>
        <p:spPr>
          <a:xfrm>
            <a:off x="5105400" y="457200"/>
            <a:ext cx="278765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BF"/>
              </a:buClr>
              <a:buSzPts val="3600"/>
              <a:buFont typeface="Times New Roman"/>
              <a:buNone/>
            </a:pPr>
            <a:r>
              <a:rPr b="0" i="0" lang="en-US" sz="3600" u="none" cap="none" strike="noStrike">
                <a:solidFill>
                  <a:srgbClr val="0000BF"/>
                </a:solidFill>
                <a:latin typeface="Times New Roman"/>
                <a:ea typeface="Times New Roman"/>
                <a:cs typeface="Times New Roman"/>
                <a:sym typeface="Times New Roman"/>
              </a:rPr>
              <a:t>Sparse Matrix</a:t>
            </a:r>
            <a:endParaRPr/>
          </a:p>
        </p:txBody>
      </p:sp>
      <p:cxnSp>
        <p:nvCxnSpPr>
          <p:cNvPr id="137" name="Google Shape;137;p8"/>
          <p:cNvCxnSpPr/>
          <p:nvPr/>
        </p:nvCxnSpPr>
        <p:spPr>
          <a:xfrm rot="10800000">
            <a:off x="4419600" y="781050"/>
            <a:ext cx="685800" cy="0"/>
          </a:xfrm>
          <a:prstGeom prst="straightConnector1">
            <a:avLst/>
          </a:prstGeom>
          <a:noFill/>
          <a:ln cap="flat" cmpd="sng" w="38100">
            <a:solidFill>
              <a:schemeClr val="dk1"/>
            </a:solidFill>
            <a:prstDash val="solid"/>
            <a:miter lim="800000"/>
            <a:headEnd len="med" w="med" type="none"/>
            <a:tailEnd len="med" w="med" type="triangle"/>
          </a:ln>
        </p:spPr>
      </p:cxnSp>
      <p:sp>
        <p:nvSpPr>
          <p:cNvPr id="138" name="Google Shape;138;p8"/>
          <p:cNvSpPr txBox="1"/>
          <p:nvPr/>
        </p:nvSpPr>
        <p:spPr>
          <a:xfrm>
            <a:off x="4419600" y="2286000"/>
            <a:ext cx="5019675"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BF"/>
              </a:buClr>
              <a:buSzPts val="3600"/>
              <a:buFont typeface="Times New Roman"/>
              <a:buNone/>
            </a:pPr>
            <a:r>
              <a:rPr b="0" i="0" lang="en-US" sz="3600" u="none" cap="none" strike="noStrike">
                <a:solidFill>
                  <a:srgbClr val="0000BF"/>
                </a:solidFill>
                <a:latin typeface="Times New Roman"/>
                <a:ea typeface="Times New Roman"/>
                <a:cs typeface="Times New Roman"/>
                <a:sym typeface="Times New Roman"/>
              </a:rPr>
              <a:t>3 Column Representation </a:t>
            </a:r>
            <a:endParaRPr/>
          </a:p>
          <a:p>
            <a:pPr indent="0" lvl="0" marL="0" marR="0" rtl="0" algn="l">
              <a:lnSpc>
                <a:spcPct val="100000"/>
              </a:lnSpc>
              <a:spcBef>
                <a:spcPts val="0"/>
              </a:spcBef>
              <a:spcAft>
                <a:spcPts val="0"/>
              </a:spcAft>
              <a:buClr>
                <a:srgbClr val="0000BF"/>
              </a:buClr>
              <a:buSzPts val="3600"/>
              <a:buFont typeface="Times New Roman"/>
              <a:buNone/>
            </a:pPr>
            <a:r>
              <a:rPr b="0" i="0" lang="en-US" sz="3600" u="none" cap="none" strike="noStrike">
                <a:solidFill>
                  <a:srgbClr val="0000BF"/>
                </a:solidFill>
                <a:latin typeface="Times New Roman"/>
                <a:ea typeface="Times New Roman"/>
                <a:cs typeface="Times New Roman"/>
                <a:sym typeface="Times New Roman"/>
              </a:rPr>
              <a:t>of Sparse Martix</a:t>
            </a:r>
            <a:endParaRPr/>
          </a:p>
        </p:txBody>
      </p:sp>
      <p:sp>
        <p:nvSpPr>
          <p:cNvPr id="139" name="Google Shape;139;p8"/>
          <p:cNvSpPr/>
          <p:nvPr/>
        </p:nvSpPr>
        <p:spPr>
          <a:xfrm>
            <a:off x="4419600" y="3486150"/>
            <a:ext cx="685800" cy="1184275"/>
          </a:xfrm>
          <a:prstGeom prst="curvedRightArrow">
            <a:avLst>
              <a:gd fmla="val 15339" name="adj1"/>
              <a:gd fmla="val 20035" name="adj2"/>
              <a:gd fmla="val 16200" name="adj3"/>
            </a:avLst>
          </a:prstGeom>
          <a:solidFill>
            <a:schemeClr val="accent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140" name="Google Shape;140;p8"/>
          <p:cNvSpPr txBox="1"/>
          <p:nvPr/>
        </p:nvSpPr>
        <p:spPr>
          <a:xfrm>
            <a:off x="838200" y="4191000"/>
            <a:ext cx="200977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BF"/>
              </a:buClr>
              <a:buSzPts val="2800"/>
              <a:buFont typeface="Times New Roman"/>
              <a:buNone/>
            </a:pPr>
            <a:r>
              <a:rPr b="0" i="0" lang="en-US" sz="2800" u="none">
                <a:solidFill>
                  <a:srgbClr val="0000BF"/>
                </a:solidFill>
                <a:latin typeface="Times New Roman"/>
                <a:ea typeface="Times New Roman"/>
                <a:cs typeface="Times New Roman"/>
                <a:sym typeface="Times New Roman"/>
              </a:rPr>
              <a:t>No. of Rows</a:t>
            </a:r>
            <a:endParaRPr/>
          </a:p>
        </p:txBody>
      </p:sp>
      <p:sp>
        <p:nvSpPr>
          <p:cNvPr id="141" name="Google Shape;141;p8"/>
          <p:cNvSpPr txBox="1"/>
          <p:nvPr/>
        </p:nvSpPr>
        <p:spPr>
          <a:xfrm>
            <a:off x="838200" y="4876800"/>
            <a:ext cx="2487612"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BF"/>
              </a:buClr>
              <a:buSzPts val="2800"/>
              <a:buFont typeface="Times New Roman"/>
              <a:buNone/>
            </a:pPr>
            <a:r>
              <a:rPr b="0" i="0" lang="en-US" sz="2800" u="none">
                <a:solidFill>
                  <a:srgbClr val="0000BF"/>
                </a:solidFill>
                <a:latin typeface="Times New Roman"/>
                <a:ea typeface="Times New Roman"/>
                <a:cs typeface="Times New Roman"/>
                <a:sym typeface="Times New Roman"/>
              </a:rPr>
              <a:t>No. of Columns</a:t>
            </a:r>
            <a:endParaRPr/>
          </a:p>
        </p:txBody>
      </p:sp>
      <p:sp>
        <p:nvSpPr>
          <p:cNvPr id="142" name="Google Shape;142;p8"/>
          <p:cNvSpPr txBox="1"/>
          <p:nvPr/>
        </p:nvSpPr>
        <p:spPr>
          <a:xfrm>
            <a:off x="838200" y="5578475"/>
            <a:ext cx="3473450" cy="5222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BF"/>
              </a:buClr>
              <a:buSzPts val="2800"/>
              <a:buFont typeface="Times New Roman"/>
              <a:buNone/>
            </a:pPr>
            <a:r>
              <a:rPr b="0" i="0" lang="en-US" sz="2800" u="none">
                <a:solidFill>
                  <a:srgbClr val="0000BF"/>
                </a:solidFill>
                <a:latin typeface="Times New Roman"/>
                <a:ea typeface="Times New Roman"/>
                <a:cs typeface="Times New Roman"/>
                <a:sym typeface="Times New Roman"/>
              </a:rPr>
              <a:t>No. of non-zero values</a:t>
            </a:r>
            <a:endParaRPr/>
          </a:p>
        </p:txBody>
      </p:sp>
      <p:cxnSp>
        <p:nvCxnSpPr>
          <p:cNvPr id="143" name="Google Shape;143;p8"/>
          <p:cNvCxnSpPr/>
          <p:nvPr/>
        </p:nvCxnSpPr>
        <p:spPr>
          <a:xfrm flipH="1">
            <a:off x="4311650" y="4191000"/>
            <a:ext cx="3003550" cy="1662112"/>
          </a:xfrm>
          <a:prstGeom prst="straightConnector1">
            <a:avLst/>
          </a:prstGeom>
          <a:noFill/>
          <a:ln cap="flat" cmpd="sng" w="38100">
            <a:solidFill>
              <a:schemeClr val="dk1"/>
            </a:solidFill>
            <a:prstDash val="solid"/>
            <a:miter lim="800000"/>
            <a:headEnd len="med" w="med" type="none"/>
            <a:tailEnd len="med" w="med" type="triangle"/>
          </a:ln>
        </p:spPr>
      </p:cxnSp>
      <p:cxnSp>
        <p:nvCxnSpPr>
          <p:cNvPr id="144" name="Google Shape;144;p8"/>
          <p:cNvCxnSpPr/>
          <p:nvPr/>
        </p:nvCxnSpPr>
        <p:spPr>
          <a:xfrm flipH="1">
            <a:off x="3368675" y="4191000"/>
            <a:ext cx="3130550" cy="955675"/>
          </a:xfrm>
          <a:prstGeom prst="straightConnector1">
            <a:avLst/>
          </a:prstGeom>
          <a:noFill/>
          <a:ln cap="flat" cmpd="sng" w="38100">
            <a:solidFill>
              <a:schemeClr val="dk1"/>
            </a:solidFill>
            <a:prstDash val="solid"/>
            <a:miter lim="800000"/>
            <a:headEnd len="med" w="med" type="none"/>
            <a:tailEnd len="med" w="med" type="triangle"/>
          </a:ln>
        </p:spPr>
      </p:cxnSp>
      <p:cxnSp>
        <p:nvCxnSpPr>
          <p:cNvPr id="145" name="Google Shape;145;p8"/>
          <p:cNvCxnSpPr/>
          <p:nvPr/>
        </p:nvCxnSpPr>
        <p:spPr>
          <a:xfrm flipH="1">
            <a:off x="2847975" y="3956050"/>
            <a:ext cx="2562225" cy="471487"/>
          </a:xfrm>
          <a:prstGeom prst="straightConnector1">
            <a:avLst/>
          </a:prstGeom>
          <a:noFill/>
          <a:ln cap="flat" cmpd="sng" w="38100">
            <a:solidFill>
              <a:schemeClr val="dk1"/>
            </a:solidFill>
            <a:prstDash val="solid"/>
            <a:miter lim="800000"/>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9"/>
          <p:cNvSpPr txBox="1"/>
          <p:nvPr>
            <p:ph type="ctrTitle"/>
          </p:nvPr>
        </p:nvSpPr>
        <p:spPr>
          <a:xfrm>
            <a:off x="609600" y="2286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Single Linear List Example</a:t>
            </a:r>
            <a:endParaRPr/>
          </a:p>
        </p:txBody>
      </p:sp>
      <p:sp>
        <p:nvSpPr>
          <p:cNvPr id="152" name="Google Shape;152;p9"/>
          <p:cNvSpPr txBox="1"/>
          <p:nvPr>
            <p:ph idx="1" type="subTitle"/>
          </p:nvPr>
        </p:nvSpPr>
        <p:spPr>
          <a:xfrm>
            <a:off x="381000" y="1752600"/>
            <a:ext cx="3124200" cy="42672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0 0 3 0 4            </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0 0 5 7 0</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0 0 0 0 0</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0 2 6 0 0</a:t>
            </a:r>
            <a:endParaRPr/>
          </a:p>
        </p:txBody>
      </p:sp>
      <p:grpSp>
        <p:nvGrpSpPr>
          <p:cNvPr id="153" name="Google Shape;153;p9"/>
          <p:cNvGrpSpPr/>
          <p:nvPr/>
        </p:nvGrpSpPr>
        <p:grpSpPr>
          <a:xfrm>
            <a:off x="4495800" y="2895600"/>
            <a:ext cx="4343400" cy="2819400"/>
            <a:chOff x="2832" y="1824"/>
            <a:chExt cx="2736" cy="1776"/>
          </a:xfrm>
        </p:grpSpPr>
        <p:sp>
          <p:nvSpPr>
            <p:cNvPr id="154" name="Google Shape;154;p9"/>
            <p:cNvSpPr txBox="1"/>
            <p:nvPr/>
          </p:nvSpPr>
          <p:spPr>
            <a:xfrm>
              <a:off x="2832" y="1824"/>
              <a:ext cx="2736" cy="1776"/>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list = </a:t>
              </a:r>
              <a:endParaRPr/>
            </a:p>
            <a:p>
              <a:pPr indent="-342900" lvl="0" marL="342900" marR="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row        1  1  2  2  4  4</a:t>
              </a:r>
              <a:endParaRPr/>
            </a:p>
            <a:p>
              <a:pPr indent="-342900" lvl="0" marL="342900" marR="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column  3  5  3  4  2  3</a:t>
              </a:r>
              <a:endParaRPr/>
            </a:p>
            <a:p>
              <a:pPr indent="-342900" lvl="0" marL="342900" marR="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value     3  4  5  7  2  6</a:t>
              </a:r>
              <a:endParaRPr/>
            </a:p>
          </p:txBody>
        </p:sp>
        <p:cxnSp>
          <p:nvCxnSpPr>
            <p:cNvPr id="155" name="Google Shape;155;p9"/>
            <p:cNvCxnSpPr/>
            <p:nvPr/>
          </p:nvCxnSpPr>
          <p:spPr>
            <a:xfrm flipH="1">
              <a:off x="3696" y="2256"/>
              <a:ext cx="192" cy="1"/>
            </a:xfrm>
            <a:prstGeom prst="straightConnector1">
              <a:avLst/>
            </a:prstGeom>
            <a:noFill/>
            <a:ln cap="flat" cmpd="sng" w="12700">
              <a:solidFill>
                <a:schemeClr val="dk1"/>
              </a:solidFill>
              <a:prstDash val="solid"/>
              <a:miter lim="800000"/>
              <a:headEnd len="med" w="med" type="none"/>
              <a:tailEnd len="med" w="med" type="none"/>
            </a:ln>
          </p:spPr>
        </p:cxnSp>
        <p:cxnSp>
          <p:nvCxnSpPr>
            <p:cNvPr id="156" name="Google Shape;156;p9"/>
            <p:cNvCxnSpPr/>
            <p:nvPr/>
          </p:nvCxnSpPr>
          <p:spPr>
            <a:xfrm>
              <a:off x="3696" y="2256"/>
              <a:ext cx="1" cy="1008"/>
            </a:xfrm>
            <a:prstGeom prst="straightConnector1">
              <a:avLst/>
            </a:prstGeom>
            <a:noFill/>
            <a:ln cap="flat" cmpd="sng" w="12700">
              <a:solidFill>
                <a:schemeClr val="dk1"/>
              </a:solidFill>
              <a:prstDash val="solid"/>
              <a:miter lim="800000"/>
              <a:headEnd len="med" w="med" type="none"/>
              <a:tailEnd len="med" w="med" type="none"/>
            </a:ln>
          </p:spPr>
        </p:cxnSp>
        <p:cxnSp>
          <p:nvCxnSpPr>
            <p:cNvPr id="157" name="Google Shape;157;p9"/>
            <p:cNvCxnSpPr/>
            <p:nvPr/>
          </p:nvCxnSpPr>
          <p:spPr>
            <a:xfrm>
              <a:off x="3696" y="3264"/>
              <a:ext cx="192" cy="1"/>
            </a:xfrm>
            <a:prstGeom prst="straightConnector1">
              <a:avLst/>
            </a:prstGeom>
            <a:noFill/>
            <a:ln cap="flat" cmpd="sng" w="12700">
              <a:solidFill>
                <a:schemeClr val="dk1"/>
              </a:solidFill>
              <a:prstDash val="solid"/>
              <a:miter lim="800000"/>
              <a:headEnd len="med" w="med" type="none"/>
              <a:tailEnd len="med" w="med" type="none"/>
            </a:ln>
          </p:spPr>
        </p:cxnSp>
        <p:cxnSp>
          <p:nvCxnSpPr>
            <p:cNvPr id="158" name="Google Shape;158;p9"/>
            <p:cNvCxnSpPr/>
            <p:nvPr/>
          </p:nvCxnSpPr>
          <p:spPr>
            <a:xfrm>
              <a:off x="5088" y="2256"/>
              <a:ext cx="192" cy="1"/>
            </a:xfrm>
            <a:prstGeom prst="straightConnector1">
              <a:avLst/>
            </a:prstGeom>
            <a:noFill/>
            <a:ln cap="flat" cmpd="sng" w="12700">
              <a:solidFill>
                <a:schemeClr val="dk1"/>
              </a:solidFill>
              <a:prstDash val="solid"/>
              <a:miter lim="800000"/>
              <a:headEnd len="med" w="med" type="none"/>
              <a:tailEnd len="med" w="med" type="none"/>
            </a:ln>
          </p:spPr>
        </p:cxnSp>
        <p:cxnSp>
          <p:nvCxnSpPr>
            <p:cNvPr id="159" name="Google Shape;159;p9"/>
            <p:cNvCxnSpPr/>
            <p:nvPr/>
          </p:nvCxnSpPr>
          <p:spPr>
            <a:xfrm>
              <a:off x="5232" y="2256"/>
              <a:ext cx="96" cy="1"/>
            </a:xfrm>
            <a:prstGeom prst="straightConnector1">
              <a:avLst/>
            </a:prstGeom>
            <a:noFill/>
            <a:ln cap="flat" cmpd="sng" w="12700">
              <a:solidFill>
                <a:schemeClr val="dk1"/>
              </a:solidFill>
              <a:prstDash val="solid"/>
              <a:miter lim="800000"/>
              <a:headEnd len="med" w="med" type="none"/>
              <a:tailEnd len="med" w="med" type="none"/>
            </a:ln>
          </p:spPr>
        </p:cxnSp>
        <p:cxnSp>
          <p:nvCxnSpPr>
            <p:cNvPr id="160" name="Google Shape;160;p9"/>
            <p:cNvCxnSpPr/>
            <p:nvPr/>
          </p:nvCxnSpPr>
          <p:spPr>
            <a:xfrm>
              <a:off x="5328" y="2256"/>
              <a:ext cx="1" cy="1056"/>
            </a:xfrm>
            <a:prstGeom prst="straightConnector1">
              <a:avLst/>
            </a:prstGeom>
            <a:noFill/>
            <a:ln cap="flat" cmpd="sng" w="12700">
              <a:solidFill>
                <a:schemeClr val="dk1"/>
              </a:solidFill>
              <a:prstDash val="solid"/>
              <a:miter lim="800000"/>
              <a:headEnd len="med" w="med" type="none"/>
              <a:tailEnd len="med" w="med" type="none"/>
            </a:ln>
          </p:spPr>
        </p:cxnSp>
        <p:cxnSp>
          <p:nvCxnSpPr>
            <p:cNvPr id="161" name="Google Shape;161;p9"/>
            <p:cNvCxnSpPr/>
            <p:nvPr/>
          </p:nvCxnSpPr>
          <p:spPr>
            <a:xfrm flipH="1">
              <a:off x="5136" y="3312"/>
              <a:ext cx="192" cy="1"/>
            </a:xfrm>
            <a:prstGeom prst="straightConnector1">
              <a:avLst/>
            </a:prstGeom>
            <a:noFill/>
            <a:ln cap="flat" cmpd="sng" w="12700">
              <a:solidFill>
                <a:schemeClr val="dk1"/>
              </a:solidFill>
              <a:prstDash val="solid"/>
              <a:miter lim="800000"/>
              <a:headEnd len="med" w="med" type="none"/>
              <a:tailEnd len="med" w="med" type="none"/>
            </a:ln>
          </p:spPr>
        </p:cxn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0"/>
          <p:cNvSpPr txBox="1"/>
          <p:nvPr>
            <p:ph type="title"/>
          </p:nvPr>
        </p:nvSpPr>
        <p:spPr>
          <a:xfrm>
            <a:off x="685800" y="152400"/>
            <a:ext cx="77724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t/>
            </a:r>
            <a:endParaRPr sz="4400">
              <a:solidFill>
                <a:schemeClr val="dk2"/>
              </a:solidFill>
              <a:latin typeface="Times New Roman"/>
              <a:ea typeface="Times New Roman"/>
              <a:cs typeface="Times New Roman"/>
              <a:sym typeface="Times New Roman"/>
            </a:endParaRPr>
          </a:p>
        </p:txBody>
      </p:sp>
      <p:sp>
        <p:nvSpPr>
          <p:cNvPr id="167" name="Google Shape;167;p10"/>
          <p:cNvSpPr txBox="1"/>
          <p:nvPr>
            <p:ph idx="1" type="body"/>
          </p:nvPr>
        </p:nvSpPr>
        <p:spPr>
          <a:xfrm>
            <a:off x="685800" y="1981200"/>
            <a:ext cx="7772400" cy="4114800"/>
          </a:xfrm>
          <a:prstGeom prst="rect">
            <a:avLst/>
          </a:prstGeom>
          <a:noFill/>
          <a:ln>
            <a:noFill/>
          </a:ln>
        </p:spPr>
        <p:txBody>
          <a:bodyPr anchorCtr="0" anchor="t" bIns="46025" lIns="92075" spcFirstLastPara="1" rIns="92075" wrap="square" tIns="46025">
            <a:no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TRIPLET REPRESENTATION –LINKED LIST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1"/>
          <p:cNvSpPr txBox="1"/>
          <p:nvPr>
            <p:ph type="ctrTitle"/>
          </p:nvPr>
        </p:nvSpPr>
        <p:spPr>
          <a:xfrm>
            <a:off x="982662" y="0"/>
            <a:ext cx="7772400" cy="1219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TRIPLET REPRESENTATION –LINKED LIST</a:t>
            </a:r>
            <a:br>
              <a:rPr b="0" i="0" lang="en-US" sz="2800" u="none">
                <a:solidFill>
                  <a:schemeClr val="dk2"/>
                </a:solidFill>
                <a:latin typeface="Times New Roman"/>
                <a:ea typeface="Times New Roman"/>
                <a:cs typeface="Times New Roman"/>
                <a:sym typeface="Times New Roman"/>
              </a:rPr>
            </a:br>
            <a:endParaRPr/>
          </a:p>
        </p:txBody>
      </p:sp>
      <p:sp>
        <p:nvSpPr>
          <p:cNvPr id="174" name="Google Shape;174;p11"/>
          <p:cNvSpPr txBox="1"/>
          <p:nvPr>
            <p:ph idx="1" type="subTitle"/>
          </p:nvPr>
        </p:nvSpPr>
        <p:spPr>
          <a:xfrm>
            <a:off x="381000" y="1143000"/>
            <a:ext cx="8458200" cy="13716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Node structure.</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            </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             </a:t>
            </a:r>
            <a:endParaRPr/>
          </a:p>
          <a:p>
            <a:pPr indent="-342900" lvl="0" marL="342900" rtl="0" algn="l">
              <a:lnSpc>
                <a:spcPct val="100000"/>
              </a:lnSpc>
              <a:spcBef>
                <a:spcPts val="64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                   </a:t>
            </a:r>
            <a:endParaRPr/>
          </a:p>
        </p:txBody>
      </p:sp>
      <p:grpSp>
        <p:nvGrpSpPr>
          <p:cNvPr id="175" name="Google Shape;175;p11"/>
          <p:cNvGrpSpPr/>
          <p:nvPr/>
        </p:nvGrpSpPr>
        <p:grpSpPr>
          <a:xfrm>
            <a:off x="1447800" y="2495551"/>
            <a:ext cx="4648200" cy="2524124"/>
            <a:chOff x="1732" y="1920"/>
            <a:chExt cx="1052" cy="476"/>
          </a:xfrm>
        </p:grpSpPr>
        <p:sp>
          <p:nvSpPr>
            <p:cNvPr id="176" name="Google Shape;176;p11"/>
            <p:cNvSpPr txBox="1"/>
            <p:nvPr/>
          </p:nvSpPr>
          <p:spPr>
            <a:xfrm>
              <a:off x="1732" y="1924"/>
              <a:ext cx="52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177" name="Google Shape;177;p11"/>
            <p:cNvSpPr txBox="1"/>
            <p:nvPr/>
          </p:nvSpPr>
          <p:spPr>
            <a:xfrm>
              <a:off x="1824" y="1920"/>
              <a:ext cx="432" cy="145"/>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lt2"/>
                </a:buClr>
                <a:buSzPts val="4400"/>
                <a:buFont typeface="Times New Roman"/>
                <a:buNone/>
              </a:pPr>
              <a:r>
                <a:rPr b="1" i="0" lang="en-US" sz="4400" u="none">
                  <a:solidFill>
                    <a:schemeClr val="lt2"/>
                  </a:solidFill>
                  <a:latin typeface="Times New Roman"/>
                  <a:ea typeface="Times New Roman"/>
                  <a:cs typeface="Times New Roman"/>
                  <a:sym typeface="Times New Roman"/>
                </a:rPr>
                <a:t>row</a:t>
              </a:r>
              <a:endParaRPr/>
            </a:p>
          </p:txBody>
        </p:sp>
        <p:sp>
          <p:nvSpPr>
            <p:cNvPr id="178" name="Google Shape;178;p11"/>
            <p:cNvSpPr txBox="1"/>
            <p:nvPr/>
          </p:nvSpPr>
          <p:spPr>
            <a:xfrm>
              <a:off x="2260" y="1924"/>
              <a:ext cx="520"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179" name="Google Shape;179;p11"/>
            <p:cNvSpPr txBox="1"/>
            <p:nvPr/>
          </p:nvSpPr>
          <p:spPr>
            <a:xfrm>
              <a:off x="2352" y="1920"/>
              <a:ext cx="432" cy="145"/>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lt2"/>
                </a:buClr>
                <a:buSzPts val="4400"/>
                <a:buFont typeface="Times New Roman"/>
                <a:buNone/>
              </a:pPr>
              <a:r>
                <a:rPr b="1" i="0" lang="en-US" sz="4400" u="none">
                  <a:solidFill>
                    <a:schemeClr val="lt2"/>
                  </a:solidFill>
                  <a:latin typeface="Times New Roman"/>
                  <a:ea typeface="Times New Roman"/>
                  <a:cs typeface="Times New Roman"/>
                  <a:sym typeface="Times New Roman"/>
                </a:rPr>
                <a:t>col</a:t>
              </a:r>
              <a:endParaRPr/>
            </a:p>
          </p:txBody>
        </p:sp>
        <p:sp>
          <p:nvSpPr>
            <p:cNvPr id="180" name="Google Shape;180;p11"/>
            <p:cNvSpPr txBox="1"/>
            <p:nvPr/>
          </p:nvSpPr>
          <p:spPr>
            <a:xfrm>
              <a:off x="1732" y="2164"/>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181" name="Google Shape;181;p11"/>
            <p:cNvSpPr txBox="1"/>
            <p:nvPr/>
          </p:nvSpPr>
          <p:spPr>
            <a:xfrm>
              <a:off x="2260" y="2164"/>
              <a:ext cx="520"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182" name="Google Shape;182;p11"/>
            <p:cNvSpPr txBox="1"/>
            <p:nvPr/>
          </p:nvSpPr>
          <p:spPr>
            <a:xfrm>
              <a:off x="2352" y="2160"/>
              <a:ext cx="432" cy="145"/>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lt2"/>
                </a:buClr>
                <a:buSzPts val="4400"/>
                <a:buFont typeface="Times New Roman"/>
                <a:buNone/>
              </a:pPr>
              <a:r>
                <a:rPr b="1" i="0" lang="en-US" sz="4400" u="none">
                  <a:solidFill>
                    <a:schemeClr val="lt2"/>
                  </a:solidFill>
                  <a:latin typeface="Times New Roman"/>
                  <a:ea typeface="Times New Roman"/>
                  <a:cs typeface="Times New Roman"/>
                  <a:sym typeface="Times New Roman"/>
                </a:rPr>
                <a:t>next</a:t>
              </a:r>
              <a:endParaRPr/>
            </a:p>
          </p:txBody>
        </p:sp>
        <p:sp>
          <p:nvSpPr>
            <p:cNvPr id="183" name="Google Shape;183;p11"/>
            <p:cNvSpPr txBox="1"/>
            <p:nvPr/>
          </p:nvSpPr>
          <p:spPr>
            <a:xfrm>
              <a:off x="1776" y="2160"/>
              <a:ext cx="480" cy="145"/>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rgbClr val="FFFFFF"/>
                </a:buClr>
                <a:buSzPts val="4400"/>
                <a:buFont typeface="Times New Roman"/>
                <a:buNone/>
              </a:pPr>
              <a:r>
                <a:rPr b="1" i="0" lang="en-US" sz="4400" u="none">
                  <a:solidFill>
                    <a:srgbClr val="FFFFFF"/>
                  </a:solidFill>
                  <a:latin typeface="Times New Roman"/>
                  <a:ea typeface="Times New Roman"/>
                  <a:cs typeface="Times New Roman"/>
                  <a:sym typeface="Times New Roman"/>
                </a:rPr>
                <a:t>value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txBox="1"/>
          <p:nvPr>
            <p:ph type="ctrTitle"/>
          </p:nvPr>
        </p:nvSpPr>
        <p:spPr>
          <a:xfrm>
            <a:off x="609600" y="0"/>
            <a:ext cx="7772400" cy="10668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TRIPLET REPRESENTATION –LINKED LIST</a:t>
            </a:r>
            <a:br>
              <a:rPr b="0" i="0" lang="en-US" sz="2800" u="none">
                <a:solidFill>
                  <a:schemeClr val="dk2"/>
                </a:solidFill>
                <a:latin typeface="Times New Roman"/>
                <a:ea typeface="Times New Roman"/>
                <a:cs typeface="Times New Roman"/>
                <a:sym typeface="Times New Roman"/>
              </a:rPr>
            </a:br>
            <a:endParaRPr/>
          </a:p>
        </p:txBody>
      </p:sp>
      <p:sp>
        <p:nvSpPr>
          <p:cNvPr id="189" name="Google Shape;189;p12"/>
          <p:cNvSpPr txBox="1"/>
          <p:nvPr>
            <p:ph idx="1" type="subTitle"/>
          </p:nvPr>
        </p:nvSpPr>
        <p:spPr>
          <a:xfrm>
            <a:off x="381000" y="1143000"/>
            <a:ext cx="6019800" cy="22098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                   row      1  1  2  2  4  4</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list    =   column     3  5  3  4  2  3</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                  value     3  4  5  7  2  6</a:t>
            </a:r>
            <a:endParaRPr/>
          </a:p>
        </p:txBody>
      </p:sp>
      <p:cxnSp>
        <p:nvCxnSpPr>
          <p:cNvPr id="190" name="Google Shape;190;p12"/>
          <p:cNvCxnSpPr/>
          <p:nvPr/>
        </p:nvCxnSpPr>
        <p:spPr>
          <a:xfrm rot="10800000">
            <a:off x="3429000" y="1219200"/>
            <a:ext cx="304800" cy="0"/>
          </a:xfrm>
          <a:prstGeom prst="straightConnector1">
            <a:avLst/>
          </a:prstGeom>
          <a:noFill/>
          <a:ln cap="flat" cmpd="sng" w="12700">
            <a:solidFill>
              <a:schemeClr val="dk1"/>
            </a:solidFill>
            <a:prstDash val="solid"/>
            <a:miter lim="800000"/>
            <a:headEnd len="med" w="med" type="none"/>
            <a:tailEnd len="med" w="med" type="none"/>
          </a:ln>
        </p:spPr>
      </p:cxnSp>
      <p:cxnSp>
        <p:nvCxnSpPr>
          <p:cNvPr id="191" name="Google Shape;191;p12"/>
          <p:cNvCxnSpPr/>
          <p:nvPr/>
        </p:nvCxnSpPr>
        <p:spPr>
          <a:xfrm>
            <a:off x="3429000" y="1219200"/>
            <a:ext cx="0" cy="1600200"/>
          </a:xfrm>
          <a:prstGeom prst="straightConnector1">
            <a:avLst/>
          </a:prstGeom>
          <a:noFill/>
          <a:ln cap="flat" cmpd="sng" w="12700">
            <a:solidFill>
              <a:schemeClr val="dk1"/>
            </a:solidFill>
            <a:prstDash val="solid"/>
            <a:miter lim="800000"/>
            <a:headEnd len="med" w="med" type="none"/>
            <a:tailEnd len="med" w="med" type="none"/>
          </a:ln>
        </p:spPr>
      </p:cxnSp>
      <p:cxnSp>
        <p:nvCxnSpPr>
          <p:cNvPr id="192" name="Google Shape;192;p12"/>
          <p:cNvCxnSpPr/>
          <p:nvPr/>
        </p:nvCxnSpPr>
        <p:spPr>
          <a:xfrm>
            <a:off x="3429000" y="2819400"/>
            <a:ext cx="304800" cy="0"/>
          </a:xfrm>
          <a:prstGeom prst="straightConnector1">
            <a:avLst/>
          </a:prstGeom>
          <a:noFill/>
          <a:ln cap="flat" cmpd="sng" w="12700">
            <a:solidFill>
              <a:schemeClr val="dk1"/>
            </a:solidFill>
            <a:prstDash val="solid"/>
            <a:miter lim="800000"/>
            <a:headEnd len="med" w="med" type="none"/>
            <a:tailEnd len="med" w="med" type="none"/>
          </a:ln>
        </p:spPr>
      </p:cxnSp>
      <p:cxnSp>
        <p:nvCxnSpPr>
          <p:cNvPr id="193" name="Google Shape;193;p12"/>
          <p:cNvCxnSpPr/>
          <p:nvPr/>
        </p:nvCxnSpPr>
        <p:spPr>
          <a:xfrm>
            <a:off x="5791200" y="1219200"/>
            <a:ext cx="152400" cy="0"/>
          </a:xfrm>
          <a:prstGeom prst="straightConnector1">
            <a:avLst/>
          </a:prstGeom>
          <a:noFill/>
          <a:ln cap="flat" cmpd="sng" w="12700">
            <a:solidFill>
              <a:schemeClr val="dk1"/>
            </a:solidFill>
            <a:prstDash val="solid"/>
            <a:miter lim="800000"/>
            <a:headEnd len="med" w="med" type="none"/>
            <a:tailEnd len="med" w="med" type="none"/>
          </a:ln>
        </p:spPr>
      </p:cxnSp>
      <p:cxnSp>
        <p:nvCxnSpPr>
          <p:cNvPr id="194" name="Google Shape;194;p12"/>
          <p:cNvCxnSpPr/>
          <p:nvPr/>
        </p:nvCxnSpPr>
        <p:spPr>
          <a:xfrm>
            <a:off x="5867400" y="1219200"/>
            <a:ext cx="152400" cy="0"/>
          </a:xfrm>
          <a:prstGeom prst="straightConnector1">
            <a:avLst/>
          </a:prstGeom>
          <a:noFill/>
          <a:ln cap="flat" cmpd="sng" w="12700">
            <a:solidFill>
              <a:schemeClr val="dk1"/>
            </a:solidFill>
            <a:prstDash val="solid"/>
            <a:miter lim="800000"/>
            <a:headEnd len="med" w="med" type="none"/>
            <a:tailEnd len="med" w="med" type="none"/>
          </a:ln>
        </p:spPr>
      </p:cxnSp>
      <p:cxnSp>
        <p:nvCxnSpPr>
          <p:cNvPr id="195" name="Google Shape;195;p12"/>
          <p:cNvCxnSpPr/>
          <p:nvPr/>
        </p:nvCxnSpPr>
        <p:spPr>
          <a:xfrm>
            <a:off x="6019800" y="1219200"/>
            <a:ext cx="0" cy="1676400"/>
          </a:xfrm>
          <a:prstGeom prst="straightConnector1">
            <a:avLst/>
          </a:prstGeom>
          <a:noFill/>
          <a:ln cap="flat" cmpd="sng" w="12700">
            <a:solidFill>
              <a:schemeClr val="dk1"/>
            </a:solidFill>
            <a:prstDash val="solid"/>
            <a:miter lim="800000"/>
            <a:headEnd len="med" w="med" type="none"/>
            <a:tailEnd len="med" w="med" type="none"/>
          </a:ln>
        </p:spPr>
      </p:cxnSp>
      <p:cxnSp>
        <p:nvCxnSpPr>
          <p:cNvPr id="196" name="Google Shape;196;p12"/>
          <p:cNvCxnSpPr/>
          <p:nvPr/>
        </p:nvCxnSpPr>
        <p:spPr>
          <a:xfrm rot="10800000">
            <a:off x="5791200" y="2895600"/>
            <a:ext cx="228600" cy="0"/>
          </a:xfrm>
          <a:prstGeom prst="straightConnector1">
            <a:avLst/>
          </a:prstGeom>
          <a:noFill/>
          <a:ln cap="flat" cmpd="sng" w="12700">
            <a:solidFill>
              <a:schemeClr val="dk1"/>
            </a:solidFill>
            <a:prstDash val="solid"/>
            <a:miter lim="800000"/>
            <a:headEnd len="med" w="med" type="none"/>
            <a:tailEnd len="med" w="med" type="none"/>
          </a:ln>
        </p:spPr>
      </p:cxnSp>
      <p:grpSp>
        <p:nvGrpSpPr>
          <p:cNvPr id="197" name="Google Shape;197;p12"/>
          <p:cNvGrpSpPr/>
          <p:nvPr/>
        </p:nvGrpSpPr>
        <p:grpSpPr>
          <a:xfrm>
            <a:off x="685800" y="4724400"/>
            <a:ext cx="6477000" cy="1738312"/>
            <a:chOff x="432" y="2976"/>
            <a:chExt cx="4080" cy="1095"/>
          </a:xfrm>
        </p:grpSpPr>
        <p:sp>
          <p:nvSpPr>
            <p:cNvPr id="198" name="Google Shape;198;p12"/>
            <p:cNvSpPr txBox="1"/>
            <p:nvPr/>
          </p:nvSpPr>
          <p:spPr>
            <a:xfrm>
              <a:off x="676" y="2980"/>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199" name="Google Shape;199;p12"/>
            <p:cNvSpPr txBox="1"/>
            <p:nvPr/>
          </p:nvSpPr>
          <p:spPr>
            <a:xfrm>
              <a:off x="672" y="297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1</a:t>
              </a:r>
              <a:endParaRPr/>
            </a:p>
          </p:txBody>
        </p:sp>
        <p:sp>
          <p:nvSpPr>
            <p:cNvPr id="200" name="Google Shape;200;p12"/>
            <p:cNvSpPr txBox="1"/>
            <p:nvPr/>
          </p:nvSpPr>
          <p:spPr>
            <a:xfrm>
              <a:off x="868" y="2980"/>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01" name="Google Shape;201;p12"/>
            <p:cNvSpPr txBox="1"/>
            <p:nvPr/>
          </p:nvSpPr>
          <p:spPr>
            <a:xfrm>
              <a:off x="864" y="297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202" name="Google Shape;202;p12"/>
            <p:cNvSpPr txBox="1"/>
            <p:nvPr/>
          </p:nvSpPr>
          <p:spPr>
            <a:xfrm>
              <a:off x="676" y="3220"/>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03" name="Google Shape;203;p12"/>
            <p:cNvSpPr txBox="1"/>
            <p:nvPr/>
          </p:nvSpPr>
          <p:spPr>
            <a:xfrm>
              <a:off x="868" y="3220"/>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04" name="Google Shape;204;p12"/>
            <p:cNvSpPr txBox="1"/>
            <p:nvPr/>
          </p:nvSpPr>
          <p:spPr>
            <a:xfrm>
              <a:off x="672" y="321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3</a:t>
              </a:r>
              <a:endParaRPr/>
            </a:p>
          </p:txBody>
        </p:sp>
        <p:sp>
          <p:nvSpPr>
            <p:cNvPr id="205" name="Google Shape;205;p12"/>
            <p:cNvSpPr txBox="1"/>
            <p:nvPr/>
          </p:nvSpPr>
          <p:spPr>
            <a:xfrm>
              <a:off x="1252" y="2980"/>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06" name="Google Shape;206;p12"/>
            <p:cNvSpPr txBox="1"/>
            <p:nvPr/>
          </p:nvSpPr>
          <p:spPr>
            <a:xfrm>
              <a:off x="1248" y="297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1</a:t>
              </a:r>
              <a:endParaRPr/>
            </a:p>
          </p:txBody>
        </p:sp>
        <p:sp>
          <p:nvSpPr>
            <p:cNvPr id="207" name="Google Shape;207;p12"/>
            <p:cNvSpPr txBox="1"/>
            <p:nvPr/>
          </p:nvSpPr>
          <p:spPr>
            <a:xfrm>
              <a:off x="1444" y="2980"/>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08" name="Google Shape;208;p12"/>
            <p:cNvSpPr txBox="1"/>
            <p:nvPr/>
          </p:nvSpPr>
          <p:spPr>
            <a:xfrm>
              <a:off x="1440" y="297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5</a:t>
              </a:r>
              <a:endParaRPr/>
            </a:p>
          </p:txBody>
        </p:sp>
        <p:sp>
          <p:nvSpPr>
            <p:cNvPr id="209" name="Google Shape;209;p12"/>
            <p:cNvSpPr txBox="1"/>
            <p:nvPr/>
          </p:nvSpPr>
          <p:spPr>
            <a:xfrm>
              <a:off x="1252" y="3220"/>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10" name="Google Shape;210;p12"/>
            <p:cNvSpPr txBox="1"/>
            <p:nvPr/>
          </p:nvSpPr>
          <p:spPr>
            <a:xfrm>
              <a:off x="1444" y="3220"/>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11" name="Google Shape;211;p12"/>
            <p:cNvSpPr txBox="1"/>
            <p:nvPr/>
          </p:nvSpPr>
          <p:spPr>
            <a:xfrm>
              <a:off x="1248" y="321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4</a:t>
              </a:r>
              <a:endParaRPr/>
            </a:p>
          </p:txBody>
        </p:sp>
        <p:sp>
          <p:nvSpPr>
            <p:cNvPr id="212" name="Google Shape;212;p12"/>
            <p:cNvSpPr txBox="1"/>
            <p:nvPr/>
          </p:nvSpPr>
          <p:spPr>
            <a:xfrm>
              <a:off x="1828" y="2980"/>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13" name="Google Shape;213;p12"/>
            <p:cNvSpPr txBox="1"/>
            <p:nvPr/>
          </p:nvSpPr>
          <p:spPr>
            <a:xfrm>
              <a:off x="1824" y="297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214" name="Google Shape;214;p12"/>
            <p:cNvSpPr txBox="1"/>
            <p:nvPr/>
          </p:nvSpPr>
          <p:spPr>
            <a:xfrm>
              <a:off x="2020" y="2980"/>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15" name="Google Shape;215;p12"/>
            <p:cNvSpPr txBox="1"/>
            <p:nvPr/>
          </p:nvSpPr>
          <p:spPr>
            <a:xfrm>
              <a:off x="1828" y="3220"/>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16" name="Google Shape;216;p12"/>
            <p:cNvSpPr txBox="1"/>
            <p:nvPr/>
          </p:nvSpPr>
          <p:spPr>
            <a:xfrm>
              <a:off x="2020" y="3220"/>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17" name="Google Shape;217;p12"/>
            <p:cNvSpPr txBox="1"/>
            <p:nvPr/>
          </p:nvSpPr>
          <p:spPr>
            <a:xfrm>
              <a:off x="1824" y="321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5</a:t>
              </a:r>
              <a:endParaRPr/>
            </a:p>
          </p:txBody>
        </p:sp>
        <p:sp>
          <p:nvSpPr>
            <p:cNvPr id="218" name="Google Shape;218;p12"/>
            <p:cNvSpPr txBox="1"/>
            <p:nvPr/>
          </p:nvSpPr>
          <p:spPr>
            <a:xfrm>
              <a:off x="2452" y="2980"/>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19" name="Google Shape;219;p12"/>
            <p:cNvSpPr txBox="1"/>
            <p:nvPr/>
          </p:nvSpPr>
          <p:spPr>
            <a:xfrm>
              <a:off x="2448" y="297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220" name="Google Shape;220;p12"/>
            <p:cNvSpPr txBox="1"/>
            <p:nvPr/>
          </p:nvSpPr>
          <p:spPr>
            <a:xfrm>
              <a:off x="2644" y="2980"/>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21" name="Google Shape;221;p12"/>
            <p:cNvSpPr txBox="1"/>
            <p:nvPr/>
          </p:nvSpPr>
          <p:spPr>
            <a:xfrm>
              <a:off x="2452" y="3220"/>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22" name="Google Shape;222;p12"/>
            <p:cNvSpPr txBox="1"/>
            <p:nvPr/>
          </p:nvSpPr>
          <p:spPr>
            <a:xfrm>
              <a:off x="2644" y="3220"/>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23" name="Google Shape;223;p12"/>
            <p:cNvSpPr txBox="1"/>
            <p:nvPr/>
          </p:nvSpPr>
          <p:spPr>
            <a:xfrm>
              <a:off x="2448" y="321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7</a:t>
              </a:r>
              <a:endParaRPr/>
            </a:p>
          </p:txBody>
        </p:sp>
        <p:sp>
          <p:nvSpPr>
            <p:cNvPr id="224" name="Google Shape;224;p12"/>
            <p:cNvSpPr txBox="1"/>
            <p:nvPr/>
          </p:nvSpPr>
          <p:spPr>
            <a:xfrm>
              <a:off x="3076" y="2980"/>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25" name="Google Shape;225;p12"/>
            <p:cNvSpPr txBox="1"/>
            <p:nvPr/>
          </p:nvSpPr>
          <p:spPr>
            <a:xfrm>
              <a:off x="3072" y="297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226" name="Google Shape;226;p12"/>
            <p:cNvSpPr txBox="1"/>
            <p:nvPr/>
          </p:nvSpPr>
          <p:spPr>
            <a:xfrm>
              <a:off x="3268" y="2980"/>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27" name="Google Shape;227;p12"/>
            <p:cNvSpPr txBox="1"/>
            <p:nvPr/>
          </p:nvSpPr>
          <p:spPr>
            <a:xfrm>
              <a:off x="3076" y="3220"/>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28" name="Google Shape;228;p12"/>
            <p:cNvSpPr txBox="1"/>
            <p:nvPr/>
          </p:nvSpPr>
          <p:spPr>
            <a:xfrm>
              <a:off x="3268" y="3220"/>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29" name="Google Shape;229;p12"/>
            <p:cNvSpPr txBox="1"/>
            <p:nvPr/>
          </p:nvSpPr>
          <p:spPr>
            <a:xfrm>
              <a:off x="3072" y="321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2</a:t>
              </a:r>
              <a:endParaRPr/>
            </a:p>
          </p:txBody>
        </p:sp>
        <p:sp>
          <p:nvSpPr>
            <p:cNvPr id="230" name="Google Shape;230;p12"/>
            <p:cNvSpPr txBox="1"/>
            <p:nvPr/>
          </p:nvSpPr>
          <p:spPr>
            <a:xfrm>
              <a:off x="3652" y="2980"/>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31" name="Google Shape;231;p12"/>
            <p:cNvSpPr txBox="1"/>
            <p:nvPr/>
          </p:nvSpPr>
          <p:spPr>
            <a:xfrm>
              <a:off x="3648" y="297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232" name="Google Shape;232;p12"/>
            <p:cNvSpPr txBox="1"/>
            <p:nvPr/>
          </p:nvSpPr>
          <p:spPr>
            <a:xfrm>
              <a:off x="3844" y="2980"/>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33" name="Google Shape;233;p12"/>
            <p:cNvSpPr txBox="1"/>
            <p:nvPr/>
          </p:nvSpPr>
          <p:spPr>
            <a:xfrm>
              <a:off x="3652" y="3220"/>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34" name="Google Shape;234;p12"/>
            <p:cNvSpPr txBox="1"/>
            <p:nvPr/>
          </p:nvSpPr>
          <p:spPr>
            <a:xfrm>
              <a:off x="3844" y="3220"/>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35" name="Google Shape;235;p12"/>
            <p:cNvSpPr txBox="1"/>
            <p:nvPr/>
          </p:nvSpPr>
          <p:spPr>
            <a:xfrm>
              <a:off x="3648" y="321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6</a:t>
              </a:r>
              <a:endParaRPr/>
            </a:p>
          </p:txBody>
        </p:sp>
        <p:cxnSp>
          <p:nvCxnSpPr>
            <p:cNvPr id="236" name="Google Shape;236;p12"/>
            <p:cNvCxnSpPr/>
            <p:nvPr/>
          </p:nvCxnSpPr>
          <p:spPr>
            <a:xfrm>
              <a:off x="960" y="3360"/>
              <a:ext cx="288" cy="0"/>
            </a:xfrm>
            <a:prstGeom prst="straightConnector1">
              <a:avLst/>
            </a:prstGeom>
            <a:noFill/>
            <a:ln cap="flat" cmpd="sng" w="25400">
              <a:solidFill>
                <a:schemeClr val="dk1"/>
              </a:solidFill>
              <a:prstDash val="solid"/>
              <a:miter lim="800000"/>
              <a:headEnd len="med" w="med" type="none"/>
              <a:tailEnd len="med" w="med" type="stealth"/>
            </a:ln>
          </p:spPr>
        </p:cxnSp>
        <p:cxnSp>
          <p:nvCxnSpPr>
            <p:cNvPr id="237" name="Google Shape;237;p12"/>
            <p:cNvCxnSpPr/>
            <p:nvPr/>
          </p:nvCxnSpPr>
          <p:spPr>
            <a:xfrm>
              <a:off x="1536" y="3360"/>
              <a:ext cx="288" cy="0"/>
            </a:xfrm>
            <a:prstGeom prst="straightConnector1">
              <a:avLst/>
            </a:prstGeom>
            <a:noFill/>
            <a:ln cap="flat" cmpd="sng" w="25400">
              <a:solidFill>
                <a:schemeClr val="dk1"/>
              </a:solidFill>
              <a:prstDash val="solid"/>
              <a:miter lim="800000"/>
              <a:headEnd len="med" w="med" type="none"/>
              <a:tailEnd len="med" w="med" type="stealth"/>
            </a:ln>
          </p:spPr>
        </p:cxnSp>
        <p:cxnSp>
          <p:nvCxnSpPr>
            <p:cNvPr id="238" name="Google Shape;238;p12"/>
            <p:cNvCxnSpPr/>
            <p:nvPr/>
          </p:nvCxnSpPr>
          <p:spPr>
            <a:xfrm>
              <a:off x="2160" y="3360"/>
              <a:ext cx="288" cy="0"/>
            </a:xfrm>
            <a:prstGeom prst="straightConnector1">
              <a:avLst/>
            </a:prstGeom>
            <a:noFill/>
            <a:ln cap="flat" cmpd="sng" w="25400">
              <a:solidFill>
                <a:schemeClr val="dk1"/>
              </a:solidFill>
              <a:prstDash val="solid"/>
              <a:miter lim="800000"/>
              <a:headEnd len="med" w="med" type="none"/>
              <a:tailEnd len="med" w="med" type="stealth"/>
            </a:ln>
          </p:spPr>
        </p:cxnSp>
        <p:cxnSp>
          <p:nvCxnSpPr>
            <p:cNvPr id="239" name="Google Shape;239;p12"/>
            <p:cNvCxnSpPr/>
            <p:nvPr/>
          </p:nvCxnSpPr>
          <p:spPr>
            <a:xfrm>
              <a:off x="2784" y="3360"/>
              <a:ext cx="288" cy="0"/>
            </a:xfrm>
            <a:prstGeom prst="straightConnector1">
              <a:avLst/>
            </a:prstGeom>
            <a:noFill/>
            <a:ln cap="flat" cmpd="sng" w="25400">
              <a:solidFill>
                <a:schemeClr val="dk1"/>
              </a:solidFill>
              <a:prstDash val="solid"/>
              <a:miter lim="800000"/>
              <a:headEnd len="med" w="med" type="none"/>
              <a:tailEnd len="med" w="med" type="stealth"/>
            </a:ln>
          </p:spPr>
        </p:cxnSp>
        <p:cxnSp>
          <p:nvCxnSpPr>
            <p:cNvPr id="240" name="Google Shape;240;p12"/>
            <p:cNvCxnSpPr/>
            <p:nvPr/>
          </p:nvCxnSpPr>
          <p:spPr>
            <a:xfrm>
              <a:off x="3360" y="3360"/>
              <a:ext cx="288" cy="0"/>
            </a:xfrm>
            <a:prstGeom prst="straightConnector1">
              <a:avLst/>
            </a:prstGeom>
            <a:noFill/>
            <a:ln cap="flat" cmpd="sng" w="25400">
              <a:solidFill>
                <a:schemeClr val="dk1"/>
              </a:solidFill>
              <a:prstDash val="solid"/>
              <a:miter lim="800000"/>
              <a:headEnd len="med" w="med" type="none"/>
              <a:tailEnd len="med" w="med" type="stealth"/>
            </a:ln>
          </p:spPr>
        </p:cxnSp>
        <p:sp>
          <p:nvSpPr>
            <p:cNvPr id="241" name="Google Shape;241;p12"/>
            <p:cNvSpPr txBox="1"/>
            <p:nvPr/>
          </p:nvSpPr>
          <p:spPr>
            <a:xfrm>
              <a:off x="2016" y="297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242" name="Google Shape;242;p12"/>
            <p:cNvSpPr txBox="1"/>
            <p:nvPr/>
          </p:nvSpPr>
          <p:spPr>
            <a:xfrm>
              <a:off x="2640" y="297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243" name="Google Shape;243;p12"/>
            <p:cNvSpPr txBox="1"/>
            <p:nvPr/>
          </p:nvSpPr>
          <p:spPr>
            <a:xfrm>
              <a:off x="3840" y="297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244" name="Google Shape;244;p12"/>
            <p:cNvSpPr txBox="1"/>
            <p:nvPr/>
          </p:nvSpPr>
          <p:spPr>
            <a:xfrm>
              <a:off x="3792" y="3216"/>
              <a:ext cx="720" cy="2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1600"/>
                <a:buFont typeface="Times New Roman"/>
                <a:buNone/>
              </a:pPr>
              <a:r>
                <a:rPr b="0" i="0" lang="en-US" sz="1600" u="none">
                  <a:solidFill>
                    <a:schemeClr val="lt2"/>
                  </a:solidFill>
                  <a:latin typeface="Times New Roman"/>
                  <a:ea typeface="Times New Roman"/>
                  <a:cs typeface="Times New Roman"/>
                  <a:sym typeface="Times New Roman"/>
                </a:rPr>
                <a:t>null</a:t>
              </a:r>
              <a:endParaRPr/>
            </a:p>
          </p:txBody>
        </p:sp>
        <p:sp>
          <p:nvSpPr>
            <p:cNvPr id="245" name="Google Shape;245;p12"/>
            <p:cNvSpPr txBox="1"/>
            <p:nvPr/>
          </p:nvSpPr>
          <p:spPr>
            <a:xfrm>
              <a:off x="432" y="3744"/>
              <a:ext cx="1200" cy="327"/>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hlink"/>
                </a:buClr>
                <a:buSzPts val="2800"/>
                <a:buFont typeface="Times New Roman"/>
                <a:buNone/>
              </a:pPr>
              <a:r>
                <a:rPr b="0" i="0" lang="en-US" sz="2800" u="none">
                  <a:solidFill>
                    <a:schemeClr val="hlink"/>
                  </a:solidFill>
                  <a:latin typeface="Times New Roman"/>
                  <a:ea typeface="Times New Roman"/>
                  <a:cs typeface="Times New Roman"/>
                  <a:sym typeface="Times New Roman"/>
                </a:rPr>
                <a:t>firstNode</a:t>
              </a:r>
              <a:endParaRPr/>
            </a:p>
          </p:txBody>
        </p:sp>
        <p:cxnSp>
          <p:nvCxnSpPr>
            <p:cNvPr id="246" name="Google Shape;246;p12"/>
            <p:cNvCxnSpPr/>
            <p:nvPr/>
          </p:nvCxnSpPr>
          <p:spPr>
            <a:xfrm rot="10800000">
              <a:off x="816" y="3456"/>
              <a:ext cx="0" cy="240"/>
            </a:xfrm>
            <a:prstGeom prst="straightConnector1">
              <a:avLst/>
            </a:prstGeom>
            <a:noFill/>
            <a:ln cap="flat" cmpd="sng" w="12700">
              <a:solidFill>
                <a:schemeClr val="dk1"/>
              </a:solidFill>
              <a:prstDash val="solid"/>
              <a:miter lim="800000"/>
              <a:headEnd len="med" w="med" type="none"/>
              <a:tailEnd len="med" w="med" type="stealth"/>
            </a:ln>
          </p:spPr>
        </p:cxnSp>
        <p:sp>
          <p:nvSpPr>
            <p:cNvPr id="247" name="Google Shape;247;p12"/>
            <p:cNvSpPr txBox="1"/>
            <p:nvPr/>
          </p:nvSpPr>
          <p:spPr>
            <a:xfrm>
              <a:off x="3264" y="2976"/>
              <a:ext cx="24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2</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3"/>
          <p:cNvSpPr txBox="1"/>
          <p:nvPr>
            <p:ph type="ctrTitle"/>
          </p:nvPr>
        </p:nvSpPr>
        <p:spPr>
          <a:xfrm>
            <a:off x="609600" y="2286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One Linked List Row</a:t>
            </a:r>
            <a:endParaRPr/>
          </a:p>
        </p:txBody>
      </p:sp>
      <p:sp>
        <p:nvSpPr>
          <p:cNvPr id="254" name="Google Shape;254;p13"/>
          <p:cNvSpPr txBox="1"/>
          <p:nvPr>
            <p:ph idx="1" type="subTitle"/>
          </p:nvPr>
        </p:nvSpPr>
        <p:spPr>
          <a:xfrm>
            <a:off x="381000" y="1828800"/>
            <a:ext cx="1752600" cy="42672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                                  </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0 0 3 0 4                </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0 0 5 7 0</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0 0 0 0 0                </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0 2 6 0 0</a:t>
            </a:r>
            <a:endParaRPr/>
          </a:p>
        </p:txBody>
      </p:sp>
      <p:sp>
        <p:nvSpPr>
          <p:cNvPr id="255" name="Google Shape;255;p13"/>
          <p:cNvSpPr txBox="1"/>
          <p:nvPr/>
        </p:nvSpPr>
        <p:spPr>
          <a:xfrm>
            <a:off x="4267200" y="1752600"/>
            <a:ext cx="3810000" cy="35814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                                 </a:t>
            </a:r>
            <a:endParaRPr/>
          </a:p>
          <a:p>
            <a:pPr indent="-342900" lvl="0" marL="342900" marR="0" rtl="0" algn="l">
              <a:lnSpc>
                <a:spcPct val="100000"/>
              </a:lnSpc>
              <a:spcBef>
                <a:spcPts val="640"/>
              </a:spcBef>
              <a:spcAft>
                <a:spcPts val="0"/>
              </a:spcAft>
              <a:buClr>
                <a:schemeClr val="lt1"/>
              </a:buClr>
              <a:buSzPts val="3200"/>
              <a:buFont typeface="Times New Roman"/>
              <a:buNone/>
            </a:pPr>
            <a:r>
              <a:rPr b="0" i="0" lang="en-US" sz="3200" u="none">
                <a:solidFill>
                  <a:schemeClr val="lt1"/>
                </a:solidFill>
                <a:latin typeface="Times New Roman"/>
                <a:ea typeface="Times New Roman"/>
                <a:cs typeface="Times New Roman"/>
                <a:sym typeface="Times New Roman"/>
              </a:rPr>
              <a:t>row1 = [(3, 3), (5,4)]</a:t>
            </a:r>
            <a:endParaRPr/>
          </a:p>
          <a:p>
            <a:pPr indent="-342900" lvl="0" marL="342900" marR="0" rtl="0" algn="l">
              <a:lnSpc>
                <a:spcPct val="100000"/>
              </a:lnSpc>
              <a:spcBef>
                <a:spcPts val="640"/>
              </a:spcBef>
              <a:spcAft>
                <a:spcPts val="0"/>
              </a:spcAft>
              <a:buClr>
                <a:schemeClr val="lt1"/>
              </a:buClr>
              <a:buSzPts val="3200"/>
              <a:buFont typeface="Times New Roman"/>
              <a:buNone/>
            </a:pPr>
            <a:r>
              <a:rPr b="0" i="0" lang="en-US" sz="3200" u="none">
                <a:solidFill>
                  <a:schemeClr val="lt1"/>
                </a:solidFill>
                <a:latin typeface="Times New Roman"/>
                <a:ea typeface="Times New Roman"/>
                <a:cs typeface="Times New Roman"/>
                <a:sym typeface="Times New Roman"/>
              </a:rPr>
              <a:t>row2 = [(3,5), (4,7)]</a:t>
            </a:r>
            <a:endParaRPr/>
          </a:p>
          <a:p>
            <a:pPr indent="-342900" lvl="0" marL="342900" marR="0" rtl="0" algn="l">
              <a:lnSpc>
                <a:spcPct val="100000"/>
              </a:lnSpc>
              <a:spcBef>
                <a:spcPts val="640"/>
              </a:spcBef>
              <a:spcAft>
                <a:spcPts val="0"/>
              </a:spcAft>
              <a:buClr>
                <a:schemeClr val="lt1"/>
              </a:buClr>
              <a:buSzPts val="3200"/>
              <a:buFont typeface="Times New Roman"/>
              <a:buNone/>
            </a:pPr>
            <a:r>
              <a:rPr b="0" i="0" lang="en-US" sz="3200" u="none">
                <a:solidFill>
                  <a:schemeClr val="lt1"/>
                </a:solidFill>
                <a:latin typeface="Times New Roman"/>
                <a:ea typeface="Times New Roman"/>
                <a:cs typeface="Times New Roman"/>
                <a:sym typeface="Times New Roman"/>
              </a:rPr>
              <a:t>row3 = []</a:t>
            </a:r>
            <a:endParaRPr/>
          </a:p>
          <a:p>
            <a:pPr indent="-342900" lvl="0" marL="342900" marR="0" rtl="0" algn="l">
              <a:lnSpc>
                <a:spcPct val="100000"/>
              </a:lnSpc>
              <a:spcBef>
                <a:spcPts val="640"/>
              </a:spcBef>
              <a:spcAft>
                <a:spcPts val="0"/>
              </a:spcAft>
              <a:buClr>
                <a:schemeClr val="lt1"/>
              </a:buClr>
              <a:buSzPts val="3200"/>
              <a:buFont typeface="Times New Roman"/>
              <a:buNone/>
            </a:pPr>
            <a:r>
              <a:rPr b="0" i="0" lang="en-US" sz="3200" u="none">
                <a:solidFill>
                  <a:schemeClr val="lt1"/>
                </a:solidFill>
                <a:latin typeface="Times New Roman"/>
                <a:ea typeface="Times New Roman"/>
                <a:cs typeface="Times New Roman"/>
                <a:sym typeface="Times New Roman"/>
              </a:rPr>
              <a:t>row4 = [(2,2), (3,6)]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4"/>
          <p:cNvSpPr txBox="1"/>
          <p:nvPr>
            <p:ph type="ctrTitle"/>
          </p:nvPr>
        </p:nvSpPr>
        <p:spPr>
          <a:xfrm>
            <a:off x="609600" y="0"/>
            <a:ext cx="7772400" cy="1219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Array Of Row Chains</a:t>
            </a:r>
            <a:endParaRPr/>
          </a:p>
        </p:txBody>
      </p:sp>
      <p:sp>
        <p:nvSpPr>
          <p:cNvPr id="262" name="Google Shape;262;p14"/>
          <p:cNvSpPr txBox="1"/>
          <p:nvPr>
            <p:ph idx="1" type="subTitle"/>
          </p:nvPr>
        </p:nvSpPr>
        <p:spPr>
          <a:xfrm>
            <a:off x="381000" y="1143000"/>
            <a:ext cx="8458200" cy="43434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Node structure.</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            </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             </a:t>
            </a:r>
            <a:endParaRPr/>
          </a:p>
          <a:p>
            <a:pPr indent="-342900" lvl="0" marL="342900" rtl="0" algn="l">
              <a:lnSpc>
                <a:spcPct val="100000"/>
              </a:lnSpc>
              <a:spcBef>
                <a:spcPts val="64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                   </a:t>
            </a:r>
            <a:endParaRPr/>
          </a:p>
        </p:txBody>
      </p:sp>
      <p:grpSp>
        <p:nvGrpSpPr>
          <p:cNvPr id="263" name="Google Shape;263;p14"/>
          <p:cNvGrpSpPr/>
          <p:nvPr/>
        </p:nvGrpSpPr>
        <p:grpSpPr>
          <a:xfrm>
            <a:off x="1600200" y="2590800"/>
            <a:ext cx="5099050" cy="2590799"/>
            <a:chOff x="1732" y="1920"/>
            <a:chExt cx="1244" cy="476"/>
          </a:xfrm>
        </p:grpSpPr>
        <p:sp>
          <p:nvSpPr>
            <p:cNvPr id="264" name="Google Shape;264;p14"/>
            <p:cNvSpPr txBox="1"/>
            <p:nvPr/>
          </p:nvSpPr>
          <p:spPr>
            <a:xfrm>
              <a:off x="1732" y="1924"/>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65" name="Google Shape;265;p14"/>
            <p:cNvSpPr txBox="1"/>
            <p:nvPr/>
          </p:nvSpPr>
          <p:spPr>
            <a:xfrm>
              <a:off x="2064" y="1920"/>
              <a:ext cx="432" cy="15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4800"/>
                <a:buFont typeface="Times New Roman"/>
                <a:buNone/>
              </a:pPr>
              <a:r>
                <a:rPr b="1" i="0" lang="en-US" sz="4800" u="none">
                  <a:solidFill>
                    <a:schemeClr val="lt2"/>
                  </a:solidFill>
                  <a:latin typeface="Times New Roman"/>
                  <a:ea typeface="Times New Roman"/>
                  <a:cs typeface="Times New Roman"/>
                  <a:sym typeface="Times New Roman"/>
                </a:rPr>
                <a:t>next</a:t>
              </a:r>
              <a:endParaRPr/>
            </a:p>
          </p:txBody>
        </p:sp>
        <p:sp>
          <p:nvSpPr>
            <p:cNvPr id="266" name="Google Shape;266;p14"/>
            <p:cNvSpPr txBox="1"/>
            <p:nvPr/>
          </p:nvSpPr>
          <p:spPr>
            <a:xfrm>
              <a:off x="1732" y="2164"/>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67" name="Google Shape;267;p14"/>
            <p:cNvSpPr txBox="1"/>
            <p:nvPr/>
          </p:nvSpPr>
          <p:spPr>
            <a:xfrm>
              <a:off x="2260" y="2164"/>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68" name="Google Shape;268;p14"/>
            <p:cNvSpPr txBox="1"/>
            <p:nvPr/>
          </p:nvSpPr>
          <p:spPr>
            <a:xfrm>
              <a:off x="2352" y="2160"/>
              <a:ext cx="624" cy="15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4800"/>
                <a:buFont typeface="Times New Roman"/>
                <a:buNone/>
              </a:pPr>
              <a:r>
                <a:rPr b="1" i="0" lang="en-US" sz="4800" u="none">
                  <a:solidFill>
                    <a:schemeClr val="lt2"/>
                  </a:solidFill>
                  <a:latin typeface="Times New Roman"/>
                  <a:ea typeface="Times New Roman"/>
                  <a:cs typeface="Times New Roman"/>
                  <a:sym typeface="Times New Roman"/>
                </a:rPr>
                <a:t>value</a:t>
              </a:r>
              <a:endParaRPr/>
            </a:p>
          </p:txBody>
        </p:sp>
        <p:sp>
          <p:nvSpPr>
            <p:cNvPr id="269" name="Google Shape;269;p14"/>
            <p:cNvSpPr txBox="1"/>
            <p:nvPr/>
          </p:nvSpPr>
          <p:spPr>
            <a:xfrm>
              <a:off x="1872" y="2160"/>
              <a:ext cx="480" cy="15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4800"/>
                <a:buFont typeface="Times New Roman"/>
                <a:buNone/>
              </a:pPr>
              <a:r>
                <a:rPr b="1" i="0" lang="en-US" sz="4800" u="none">
                  <a:solidFill>
                    <a:srgbClr val="FFFFFF"/>
                  </a:solidFill>
                  <a:latin typeface="Times New Roman"/>
                  <a:ea typeface="Times New Roman"/>
                  <a:cs typeface="Times New Roman"/>
                  <a:sym typeface="Times New Roman"/>
                </a:rPr>
                <a:t>col</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62"/>
                                        </p:tgtEl>
                                        <p:attrNameLst>
                                          <p:attrName>style.visibility</p:attrName>
                                        </p:attrNameLst>
                                      </p:cBhvr>
                                      <p:to>
                                        <p:strVal val="visible"/>
                                      </p:to>
                                    </p:set>
                                    <p:anim calcmode="lin" valueType="num">
                                      <p:cBhvr additive="base">
                                        <p:cTn dur="500"/>
                                        <p:tgtEl>
                                          <p:spTgt spid="26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5"/>
          <p:cNvSpPr txBox="1"/>
          <p:nvPr>
            <p:ph type="ctrTitle"/>
          </p:nvPr>
        </p:nvSpPr>
        <p:spPr>
          <a:xfrm>
            <a:off x="609600" y="0"/>
            <a:ext cx="7772400" cy="1219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Array Of Row Chains</a:t>
            </a:r>
            <a:endParaRPr/>
          </a:p>
        </p:txBody>
      </p:sp>
      <p:sp>
        <p:nvSpPr>
          <p:cNvPr id="276" name="Google Shape;276;p15"/>
          <p:cNvSpPr txBox="1"/>
          <p:nvPr>
            <p:ph idx="1" type="subTitle"/>
          </p:nvPr>
        </p:nvSpPr>
        <p:spPr>
          <a:xfrm>
            <a:off x="381000" y="1752600"/>
            <a:ext cx="1752600" cy="43434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0 0 3 0 4                </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0 0 5 7 0</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0 0 0 0 0</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0 2 6 0 0</a:t>
            </a:r>
            <a:endParaRPr/>
          </a:p>
        </p:txBody>
      </p:sp>
      <p:grpSp>
        <p:nvGrpSpPr>
          <p:cNvPr id="277" name="Google Shape;277;p15"/>
          <p:cNvGrpSpPr/>
          <p:nvPr/>
        </p:nvGrpSpPr>
        <p:grpSpPr>
          <a:xfrm>
            <a:off x="2736850" y="1524000"/>
            <a:ext cx="990600" cy="4505325"/>
            <a:chOff x="1724" y="960"/>
            <a:chExt cx="624" cy="2838"/>
          </a:xfrm>
        </p:grpSpPr>
        <p:sp>
          <p:nvSpPr>
            <p:cNvPr id="278" name="Google Shape;278;p15"/>
            <p:cNvSpPr txBox="1"/>
            <p:nvPr/>
          </p:nvSpPr>
          <p:spPr>
            <a:xfrm>
              <a:off x="1776" y="960"/>
              <a:ext cx="328" cy="2488"/>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cxnSp>
          <p:nvCxnSpPr>
            <p:cNvPr id="279" name="Google Shape;279;p15"/>
            <p:cNvCxnSpPr/>
            <p:nvPr/>
          </p:nvCxnSpPr>
          <p:spPr>
            <a:xfrm>
              <a:off x="1772" y="1532"/>
              <a:ext cx="336" cy="0"/>
            </a:xfrm>
            <a:prstGeom prst="straightConnector1">
              <a:avLst/>
            </a:prstGeom>
            <a:noFill/>
            <a:ln cap="flat" cmpd="sng" w="12700">
              <a:solidFill>
                <a:schemeClr val="dk1"/>
              </a:solidFill>
              <a:prstDash val="solid"/>
              <a:miter lim="800000"/>
              <a:headEnd len="med" w="med" type="none"/>
              <a:tailEnd len="med" w="med" type="none"/>
            </a:ln>
          </p:spPr>
        </p:cxnSp>
        <p:cxnSp>
          <p:nvCxnSpPr>
            <p:cNvPr id="280" name="Google Shape;280;p15"/>
            <p:cNvCxnSpPr/>
            <p:nvPr/>
          </p:nvCxnSpPr>
          <p:spPr>
            <a:xfrm>
              <a:off x="1772" y="2204"/>
              <a:ext cx="336" cy="0"/>
            </a:xfrm>
            <a:prstGeom prst="straightConnector1">
              <a:avLst/>
            </a:prstGeom>
            <a:noFill/>
            <a:ln cap="flat" cmpd="sng" w="12700">
              <a:solidFill>
                <a:schemeClr val="dk1"/>
              </a:solidFill>
              <a:prstDash val="solid"/>
              <a:miter lim="800000"/>
              <a:headEnd len="med" w="med" type="none"/>
              <a:tailEnd len="med" w="med" type="none"/>
            </a:ln>
          </p:spPr>
        </p:cxnSp>
        <p:cxnSp>
          <p:nvCxnSpPr>
            <p:cNvPr id="281" name="Google Shape;281;p15"/>
            <p:cNvCxnSpPr/>
            <p:nvPr/>
          </p:nvCxnSpPr>
          <p:spPr>
            <a:xfrm>
              <a:off x="1772" y="2876"/>
              <a:ext cx="336" cy="0"/>
            </a:xfrm>
            <a:prstGeom prst="straightConnector1">
              <a:avLst/>
            </a:prstGeom>
            <a:noFill/>
            <a:ln cap="flat" cmpd="sng" w="12700">
              <a:solidFill>
                <a:schemeClr val="dk1"/>
              </a:solidFill>
              <a:prstDash val="solid"/>
              <a:miter lim="800000"/>
              <a:headEnd len="med" w="med" type="none"/>
              <a:tailEnd len="med" w="med" type="none"/>
            </a:ln>
          </p:spPr>
        </p:cxnSp>
        <p:sp>
          <p:nvSpPr>
            <p:cNvPr id="282" name="Google Shape;282;p15"/>
            <p:cNvSpPr txBox="1"/>
            <p:nvPr/>
          </p:nvSpPr>
          <p:spPr>
            <a:xfrm>
              <a:off x="1724" y="3548"/>
              <a:ext cx="62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row[]</a:t>
              </a:r>
              <a:endParaRPr/>
            </a:p>
          </p:txBody>
        </p:sp>
      </p:grpSp>
      <p:grpSp>
        <p:nvGrpSpPr>
          <p:cNvPr id="283" name="Google Shape;283;p15"/>
          <p:cNvGrpSpPr/>
          <p:nvPr/>
        </p:nvGrpSpPr>
        <p:grpSpPr>
          <a:xfrm>
            <a:off x="3041650" y="1517650"/>
            <a:ext cx="5632450" cy="777875"/>
            <a:chOff x="1916" y="956"/>
            <a:chExt cx="3548" cy="490"/>
          </a:xfrm>
        </p:grpSpPr>
        <p:sp>
          <p:nvSpPr>
            <p:cNvPr id="284" name="Google Shape;284;p15"/>
            <p:cNvSpPr txBox="1"/>
            <p:nvPr/>
          </p:nvSpPr>
          <p:spPr>
            <a:xfrm>
              <a:off x="2688" y="960"/>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85" name="Google Shape;285;p15"/>
            <p:cNvSpPr txBox="1"/>
            <p:nvPr/>
          </p:nvSpPr>
          <p:spPr>
            <a:xfrm>
              <a:off x="2688" y="1200"/>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86" name="Google Shape;286;p15"/>
            <p:cNvSpPr txBox="1"/>
            <p:nvPr/>
          </p:nvSpPr>
          <p:spPr>
            <a:xfrm>
              <a:off x="3216" y="1200"/>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87" name="Google Shape;287;p15"/>
            <p:cNvSpPr txBox="1"/>
            <p:nvPr/>
          </p:nvSpPr>
          <p:spPr>
            <a:xfrm>
              <a:off x="3308" y="1196"/>
              <a:ext cx="62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288" name="Google Shape;288;p15"/>
            <p:cNvSpPr txBox="1"/>
            <p:nvPr/>
          </p:nvSpPr>
          <p:spPr>
            <a:xfrm>
              <a:off x="2828" y="1196"/>
              <a:ext cx="480"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3</a:t>
              </a:r>
              <a:endParaRPr/>
            </a:p>
          </p:txBody>
        </p:sp>
        <p:sp>
          <p:nvSpPr>
            <p:cNvPr id="289" name="Google Shape;289;p15"/>
            <p:cNvSpPr txBox="1"/>
            <p:nvPr/>
          </p:nvSpPr>
          <p:spPr>
            <a:xfrm>
              <a:off x="4320" y="960"/>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90" name="Google Shape;290;p15"/>
            <p:cNvSpPr txBox="1"/>
            <p:nvPr/>
          </p:nvSpPr>
          <p:spPr>
            <a:xfrm>
              <a:off x="4652" y="956"/>
              <a:ext cx="43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null</a:t>
              </a:r>
              <a:endParaRPr/>
            </a:p>
          </p:txBody>
        </p:sp>
        <p:sp>
          <p:nvSpPr>
            <p:cNvPr id="291" name="Google Shape;291;p15"/>
            <p:cNvSpPr txBox="1"/>
            <p:nvPr/>
          </p:nvSpPr>
          <p:spPr>
            <a:xfrm>
              <a:off x="4320" y="1200"/>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92" name="Google Shape;292;p15"/>
            <p:cNvSpPr txBox="1"/>
            <p:nvPr/>
          </p:nvSpPr>
          <p:spPr>
            <a:xfrm>
              <a:off x="4848" y="1200"/>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93" name="Google Shape;293;p15"/>
            <p:cNvSpPr txBox="1"/>
            <p:nvPr/>
          </p:nvSpPr>
          <p:spPr>
            <a:xfrm>
              <a:off x="5084" y="1196"/>
              <a:ext cx="19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294" name="Google Shape;294;p15"/>
            <p:cNvSpPr txBox="1"/>
            <p:nvPr/>
          </p:nvSpPr>
          <p:spPr>
            <a:xfrm>
              <a:off x="4412" y="1196"/>
              <a:ext cx="33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5</a:t>
              </a:r>
              <a:endParaRPr/>
            </a:p>
          </p:txBody>
        </p:sp>
        <p:cxnSp>
          <p:nvCxnSpPr>
            <p:cNvPr id="295" name="Google Shape;295;p15"/>
            <p:cNvCxnSpPr/>
            <p:nvPr/>
          </p:nvCxnSpPr>
          <p:spPr>
            <a:xfrm>
              <a:off x="3308" y="1100"/>
              <a:ext cx="1008" cy="0"/>
            </a:xfrm>
            <a:prstGeom prst="straightConnector1">
              <a:avLst/>
            </a:prstGeom>
            <a:noFill/>
            <a:ln cap="flat" cmpd="sng" w="50800">
              <a:solidFill>
                <a:schemeClr val="dk1"/>
              </a:solidFill>
              <a:prstDash val="solid"/>
              <a:miter lim="800000"/>
              <a:headEnd len="med" w="med" type="none"/>
              <a:tailEnd len="med" w="med" type="stealth"/>
            </a:ln>
          </p:spPr>
        </p:cxnSp>
        <p:cxnSp>
          <p:nvCxnSpPr>
            <p:cNvPr id="296" name="Google Shape;296;p15"/>
            <p:cNvCxnSpPr/>
            <p:nvPr/>
          </p:nvCxnSpPr>
          <p:spPr>
            <a:xfrm>
              <a:off x="1916" y="1100"/>
              <a:ext cx="768" cy="0"/>
            </a:xfrm>
            <a:prstGeom prst="straightConnector1">
              <a:avLst/>
            </a:prstGeom>
            <a:noFill/>
            <a:ln cap="flat" cmpd="sng" w="50800">
              <a:solidFill>
                <a:schemeClr val="dk1"/>
              </a:solidFill>
              <a:prstDash val="solid"/>
              <a:miter lim="800000"/>
              <a:headEnd len="med" w="med" type="none"/>
              <a:tailEnd len="med" w="med" type="stealth"/>
            </a:ln>
          </p:spPr>
        </p:cxnSp>
      </p:grpSp>
      <p:grpSp>
        <p:nvGrpSpPr>
          <p:cNvPr id="297" name="Google Shape;297;p15"/>
          <p:cNvGrpSpPr/>
          <p:nvPr/>
        </p:nvGrpSpPr>
        <p:grpSpPr>
          <a:xfrm>
            <a:off x="3117850" y="2584450"/>
            <a:ext cx="5556250" cy="777875"/>
            <a:chOff x="1964" y="1628"/>
            <a:chExt cx="3500" cy="490"/>
          </a:xfrm>
        </p:grpSpPr>
        <p:sp>
          <p:nvSpPr>
            <p:cNvPr id="298" name="Google Shape;298;p15"/>
            <p:cNvSpPr txBox="1"/>
            <p:nvPr/>
          </p:nvSpPr>
          <p:spPr>
            <a:xfrm>
              <a:off x="2688" y="1632"/>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299" name="Google Shape;299;p15"/>
            <p:cNvSpPr txBox="1"/>
            <p:nvPr/>
          </p:nvSpPr>
          <p:spPr>
            <a:xfrm>
              <a:off x="2688" y="1872"/>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00" name="Google Shape;300;p15"/>
            <p:cNvSpPr txBox="1"/>
            <p:nvPr/>
          </p:nvSpPr>
          <p:spPr>
            <a:xfrm>
              <a:off x="3216" y="1872"/>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01" name="Google Shape;301;p15"/>
            <p:cNvSpPr txBox="1"/>
            <p:nvPr/>
          </p:nvSpPr>
          <p:spPr>
            <a:xfrm>
              <a:off x="3308" y="1868"/>
              <a:ext cx="62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5</a:t>
              </a:r>
              <a:endParaRPr/>
            </a:p>
          </p:txBody>
        </p:sp>
        <p:sp>
          <p:nvSpPr>
            <p:cNvPr id="302" name="Google Shape;302;p15"/>
            <p:cNvSpPr txBox="1"/>
            <p:nvPr/>
          </p:nvSpPr>
          <p:spPr>
            <a:xfrm>
              <a:off x="2828" y="1868"/>
              <a:ext cx="480"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3</a:t>
              </a:r>
              <a:endParaRPr/>
            </a:p>
          </p:txBody>
        </p:sp>
        <p:sp>
          <p:nvSpPr>
            <p:cNvPr id="303" name="Google Shape;303;p15"/>
            <p:cNvSpPr txBox="1"/>
            <p:nvPr/>
          </p:nvSpPr>
          <p:spPr>
            <a:xfrm>
              <a:off x="4320" y="1632"/>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04" name="Google Shape;304;p15"/>
            <p:cNvSpPr txBox="1"/>
            <p:nvPr/>
          </p:nvSpPr>
          <p:spPr>
            <a:xfrm>
              <a:off x="4652" y="1628"/>
              <a:ext cx="43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null</a:t>
              </a:r>
              <a:endParaRPr/>
            </a:p>
          </p:txBody>
        </p:sp>
        <p:sp>
          <p:nvSpPr>
            <p:cNvPr id="305" name="Google Shape;305;p15"/>
            <p:cNvSpPr txBox="1"/>
            <p:nvPr/>
          </p:nvSpPr>
          <p:spPr>
            <a:xfrm>
              <a:off x="4320" y="1872"/>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06" name="Google Shape;306;p15"/>
            <p:cNvSpPr txBox="1"/>
            <p:nvPr/>
          </p:nvSpPr>
          <p:spPr>
            <a:xfrm>
              <a:off x="4848" y="1872"/>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07" name="Google Shape;307;p15"/>
            <p:cNvSpPr txBox="1"/>
            <p:nvPr/>
          </p:nvSpPr>
          <p:spPr>
            <a:xfrm>
              <a:off x="5084" y="1868"/>
              <a:ext cx="19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7</a:t>
              </a:r>
              <a:endParaRPr/>
            </a:p>
          </p:txBody>
        </p:sp>
        <p:sp>
          <p:nvSpPr>
            <p:cNvPr id="308" name="Google Shape;308;p15"/>
            <p:cNvSpPr txBox="1"/>
            <p:nvPr/>
          </p:nvSpPr>
          <p:spPr>
            <a:xfrm>
              <a:off x="4412" y="1868"/>
              <a:ext cx="33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4</a:t>
              </a:r>
              <a:endParaRPr/>
            </a:p>
          </p:txBody>
        </p:sp>
        <p:cxnSp>
          <p:nvCxnSpPr>
            <p:cNvPr id="309" name="Google Shape;309;p15"/>
            <p:cNvCxnSpPr/>
            <p:nvPr/>
          </p:nvCxnSpPr>
          <p:spPr>
            <a:xfrm>
              <a:off x="3308" y="1772"/>
              <a:ext cx="1008" cy="0"/>
            </a:xfrm>
            <a:prstGeom prst="straightConnector1">
              <a:avLst/>
            </a:prstGeom>
            <a:noFill/>
            <a:ln cap="flat" cmpd="sng" w="50800">
              <a:solidFill>
                <a:schemeClr val="dk1"/>
              </a:solidFill>
              <a:prstDash val="solid"/>
              <a:miter lim="800000"/>
              <a:headEnd len="med" w="med" type="none"/>
              <a:tailEnd len="med" w="med" type="stealth"/>
            </a:ln>
          </p:spPr>
        </p:cxnSp>
        <p:cxnSp>
          <p:nvCxnSpPr>
            <p:cNvPr id="310" name="Google Shape;310;p15"/>
            <p:cNvCxnSpPr/>
            <p:nvPr/>
          </p:nvCxnSpPr>
          <p:spPr>
            <a:xfrm>
              <a:off x="1964" y="1772"/>
              <a:ext cx="768" cy="0"/>
            </a:xfrm>
            <a:prstGeom prst="straightConnector1">
              <a:avLst/>
            </a:prstGeom>
            <a:noFill/>
            <a:ln cap="flat" cmpd="sng" w="50800">
              <a:solidFill>
                <a:schemeClr val="dk1"/>
              </a:solidFill>
              <a:prstDash val="solid"/>
              <a:miter lim="800000"/>
              <a:headEnd len="med" w="med" type="none"/>
              <a:tailEnd len="med" w="med" type="stealth"/>
            </a:ln>
          </p:spPr>
        </p:cxnSp>
      </p:grpSp>
      <p:grpSp>
        <p:nvGrpSpPr>
          <p:cNvPr id="311" name="Google Shape;311;p15"/>
          <p:cNvGrpSpPr/>
          <p:nvPr/>
        </p:nvGrpSpPr>
        <p:grpSpPr>
          <a:xfrm>
            <a:off x="3117850" y="4718050"/>
            <a:ext cx="5556250" cy="777875"/>
            <a:chOff x="1964" y="2972"/>
            <a:chExt cx="3500" cy="490"/>
          </a:xfrm>
        </p:grpSpPr>
        <p:sp>
          <p:nvSpPr>
            <p:cNvPr id="312" name="Google Shape;312;p15"/>
            <p:cNvSpPr txBox="1"/>
            <p:nvPr/>
          </p:nvSpPr>
          <p:spPr>
            <a:xfrm>
              <a:off x="2688" y="2976"/>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13" name="Google Shape;313;p15"/>
            <p:cNvSpPr txBox="1"/>
            <p:nvPr/>
          </p:nvSpPr>
          <p:spPr>
            <a:xfrm>
              <a:off x="2688" y="3216"/>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14" name="Google Shape;314;p15"/>
            <p:cNvSpPr txBox="1"/>
            <p:nvPr/>
          </p:nvSpPr>
          <p:spPr>
            <a:xfrm>
              <a:off x="3216" y="3216"/>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15" name="Google Shape;315;p15"/>
            <p:cNvSpPr txBox="1"/>
            <p:nvPr/>
          </p:nvSpPr>
          <p:spPr>
            <a:xfrm>
              <a:off x="3308" y="3212"/>
              <a:ext cx="62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316" name="Google Shape;316;p15"/>
            <p:cNvSpPr txBox="1"/>
            <p:nvPr/>
          </p:nvSpPr>
          <p:spPr>
            <a:xfrm>
              <a:off x="2828" y="3212"/>
              <a:ext cx="480"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2</a:t>
              </a:r>
              <a:endParaRPr/>
            </a:p>
          </p:txBody>
        </p:sp>
        <p:sp>
          <p:nvSpPr>
            <p:cNvPr id="317" name="Google Shape;317;p15"/>
            <p:cNvSpPr txBox="1"/>
            <p:nvPr/>
          </p:nvSpPr>
          <p:spPr>
            <a:xfrm>
              <a:off x="4320" y="2976"/>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18" name="Google Shape;318;p15"/>
            <p:cNvSpPr txBox="1"/>
            <p:nvPr/>
          </p:nvSpPr>
          <p:spPr>
            <a:xfrm>
              <a:off x="4652" y="2972"/>
              <a:ext cx="43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null</a:t>
              </a:r>
              <a:endParaRPr/>
            </a:p>
          </p:txBody>
        </p:sp>
        <p:sp>
          <p:nvSpPr>
            <p:cNvPr id="319" name="Google Shape;319;p15"/>
            <p:cNvSpPr txBox="1"/>
            <p:nvPr/>
          </p:nvSpPr>
          <p:spPr>
            <a:xfrm>
              <a:off x="4320" y="3216"/>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20" name="Google Shape;320;p15"/>
            <p:cNvSpPr txBox="1"/>
            <p:nvPr/>
          </p:nvSpPr>
          <p:spPr>
            <a:xfrm>
              <a:off x="4848" y="3216"/>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21" name="Google Shape;321;p15"/>
            <p:cNvSpPr txBox="1"/>
            <p:nvPr/>
          </p:nvSpPr>
          <p:spPr>
            <a:xfrm>
              <a:off x="5084" y="3212"/>
              <a:ext cx="19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6</a:t>
              </a:r>
              <a:endParaRPr/>
            </a:p>
          </p:txBody>
        </p:sp>
        <p:sp>
          <p:nvSpPr>
            <p:cNvPr id="322" name="Google Shape;322;p15"/>
            <p:cNvSpPr txBox="1"/>
            <p:nvPr/>
          </p:nvSpPr>
          <p:spPr>
            <a:xfrm>
              <a:off x="4412" y="3212"/>
              <a:ext cx="33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3</a:t>
              </a:r>
              <a:endParaRPr/>
            </a:p>
          </p:txBody>
        </p:sp>
        <p:cxnSp>
          <p:nvCxnSpPr>
            <p:cNvPr id="323" name="Google Shape;323;p15"/>
            <p:cNvCxnSpPr/>
            <p:nvPr/>
          </p:nvCxnSpPr>
          <p:spPr>
            <a:xfrm>
              <a:off x="3308" y="3116"/>
              <a:ext cx="1008" cy="0"/>
            </a:xfrm>
            <a:prstGeom prst="straightConnector1">
              <a:avLst/>
            </a:prstGeom>
            <a:noFill/>
            <a:ln cap="flat" cmpd="sng" w="50800">
              <a:solidFill>
                <a:schemeClr val="dk1"/>
              </a:solidFill>
              <a:prstDash val="solid"/>
              <a:miter lim="800000"/>
              <a:headEnd len="med" w="med" type="none"/>
              <a:tailEnd len="med" w="med" type="stealth"/>
            </a:ln>
          </p:spPr>
        </p:cxnSp>
        <p:cxnSp>
          <p:nvCxnSpPr>
            <p:cNvPr id="324" name="Google Shape;324;p15"/>
            <p:cNvCxnSpPr/>
            <p:nvPr/>
          </p:nvCxnSpPr>
          <p:spPr>
            <a:xfrm>
              <a:off x="1964" y="3116"/>
              <a:ext cx="768" cy="0"/>
            </a:xfrm>
            <a:prstGeom prst="straightConnector1">
              <a:avLst/>
            </a:prstGeom>
            <a:noFill/>
            <a:ln cap="flat" cmpd="sng" w="50800">
              <a:solidFill>
                <a:schemeClr val="dk1"/>
              </a:solidFill>
              <a:prstDash val="solid"/>
              <a:miter lim="800000"/>
              <a:headEnd len="med" w="med" type="none"/>
              <a:tailEnd len="med" w="med" type="stealth"/>
            </a:ln>
          </p:spPr>
        </p:cxnSp>
      </p:grpSp>
      <p:sp>
        <p:nvSpPr>
          <p:cNvPr id="325" name="Google Shape;325;p15"/>
          <p:cNvSpPr txBox="1"/>
          <p:nvPr/>
        </p:nvSpPr>
        <p:spPr>
          <a:xfrm>
            <a:off x="2819400" y="3886200"/>
            <a:ext cx="609600"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1800"/>
              <a:buFont typeface="Times New Roman"/>
              <a:buNone/>
            </a:pPr>
            <a:r>
              <a:rPr b="0" i="0" lang="en-US" sz="1800" u="none">
                <a:solidFill>
                  <a:schemeClr val="lt2"/>
                </a:solidFill>
                <a:latin typeface="Times New Roman"/>
                <a:ea typeface="Times New Roman"/>
                <a:cs typeface="Times New Roman"/>
                <a:sym typeface="Times New Roman"/>
              </a:rPr>
              <a:t>null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6"/>
          <p:cNvSpPr txBox="1"/>
          <p:nvPr>
            <p:ph type="title"/>
          </p:nvPr>
        </p:nvSpPr>
        <p:spPr>
          <a:xfrm>
            <a:off x="685800" y="152400"/>
            <a:ext cx="77724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t/>
            </a:r>
            <a:endParaRPr sz="4400">
              <a:solidFill>
                <a:schemeClr val="dk2"/>
              </a:solidFill>
              <a:latin typeface="Times New Roman"/>
              <a:ea typeface="Times New Roman"/>
              <a:cs typeface="Times New Roman"/>
              <a:sym typeface="Times New Roman"/>
            </a:endParaRPr>
          </a:p>
        </p:txBody>
      </p:sp>
      <p:sp>
        <p:nvSpPr>
          <p:cNvPr id="331" name="Google Shape;331;p16"/>
          <p:cNvSpPr txBox="1"/>
          <p:nvPr>
            <p:ph idx="1" type="body"/>
          </p:nvPr>
        </p:nvSpPr>
        <p:spPr>
          <a:xfrm>
            <a:off x="685800" y="1981200"/>
            <a:ext cx="7772400" cy="4114800"/>
          </a:xfrm>
          <a:prstGeom prst="rect">
            <a:avLst/>
          </a:prstGeom>
          <a:noFill/>
          <a:ln>
            <a:noFill/>
          </a:ln>
        </p:spPr>
        <p:txBody>
          <a:bodyPr anchorCtr="0" anchor="t" bIns="46025" lIns="92075" spcFirstLastPara="1" rIns="92075" wrap="square" tIns="46025">
            <a:noAutofit/>
          </a:bodyPr>
          <a:lstStyle/>
          <a:p>
            <a:pPr indent="-139700" lvl="0" marL="342900" marR="0" rtl="0" algn="l">
              <a:spcBef>
                <a:spcPts val="0"/>
              </a:spcBef>
              <a:spcAft>
                <a:spcPts val="0"/>
              </a:spcAft>
              <a:buClr>
                <a:schemeClr val="dk1"/>
              </a:buClr>
              <a:buSzPts val="3200"/>
              <a:buFont typeface="Times New Roman"/>
              <a:buNone/>
            </a:pPr>
            <a:r>
              <a:t/>
            </a:r>
            <a:endParaRPr sz="3200">
              <a:solidFill>
                <a:schemeClr val="dk1"/>
              </a:solidFill>
              <a:latin typeface="Times New Roman"/>
              <a:ea typeface="Times New Roman"/>
              <a:cs typeface="Times New Roman"/>
              <a:sym typeface="Times New Roman"/>
            </a:endParaRPr>
          </a:p>
        </p:txBody>
      </p:sp>
      <p:grpSp>
        <p:nvGrpSpPr>
          <p:cNvPr id="332" name="Google Shape;332;p16"/>
          <p:cNvGrpSpPr/>
          <p:nvPr/>
        </p:nvGrpSpPr>
        <p:grpSpPr>
          <a:xfrm>
            <a:off x="3429000" y="2590800"/>
            <a:ext cx="3581400" cy="1524000"/>
            <a:chOff x="1732" y="1920"/>
            <a:chExt cx="1144" cy="476"/>
          </a:xfrm>
        </p:grpSpPr>
        <p:sp>
          <p:nvSpPr>
            <p:cNvPr id="333" name="Google Shape;333;p16"/>
            <p:cNvSpPr txBox="1"/>
            <p:nvPr/>
          </p:nvSpPr>
          <p:spPr>
            <a:xfrm>
              <a:off x="1732" y="1924"/>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34" name="Google Shape;334;p16"/>
            <p:cNvSpPr txBox="1"/>
            <p:nvPr/>
          </p:nvSpPr>
          <p:spPr>
            <a:xfrm>
              <a:off x="2064" y="1920"/>
              <a:ext cx="432" cy="12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3600"/>
                <a:buFont typeface="Times New Roman"/>
                <a:buNone/>
              </a:pPr>
              <a:r>
                <a:rPr b="1" i="0" lang="en-US" sz="3600" u="none">
                  <a:solidFill>
                    <a:schemeClr val="lt2"/>
                  </a:solidFill>
                  <a:latin typeface="Times New Roman"/>
                  <a:ea typeface="Times New Roman"/>
                  <a:cs typeface="Times New Roman"/>
                  <a:sym typeface="Times New Roman"/>
                </a:rPr>
                <a:t>next</a:t>
              </a:r>
              <a:endParaRPr/>
            </a:p>
          </p:txBody>
        </p:sp>
        <p:sp>
          <p:nvSpPr>
            <p:cNvPr id="335" name="Google Shape;335;p16"/>
            <p:cNvSpPr txBox="1"/>
            <p:nvPr/>
          </p:nvSpPr>
          <p:spPr>
            <a:xfrm>
              <a:off x="1732" y="2164"/>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36" name="Google Shape;336;p16"/>
            <p:cNvSpPr txBox="1"/>
            <p:nvPr/>
          </p:nvSpPr>
          <p:spPr>
            <a:xfrm>
              <a:off x="2260" y="2164"/>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37" name="Google Shape;337;p16"/>
            <p:cNvSpPr txBox="1"/>
            <p:nvPr/>
          </p:nvSpPr>
          <p:spPr>
            <a:xfrm>
              <a:off x="2252" y="2153"/>
              <a:ext cx="624" cy="144"/>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lt2"/>
                </a:buClr>
                <a:buSzPts val="2400"/>
                <a:buFont typeface="Times New Roman"/>
                <a:buNone/>
              </a:pPr>
              <a:r>
                <a:rPr b="1" i="0" lang="en-US" sz="2400" u="none">
                  <a:solidFill>
                    <a:schemeClr val="lt2"/>
                  </a:solidFill>
                  <a:latin typeface="Times New Roman"/>
                  <a:ea typeface="Times New Roman"/>
                  <a:cs typeface="Times New Roman"/>
                  <a:sym typeface="Times New Roman"/>
                </a:rPr>
                <a:t>Next row ptr</a:t>
              </a:r>
              <a:endParaRPr/>
            </a:p>
          </p:txBody>
        </p:sp>
        <p:sp>
          <p:nvSpPr>
            <p:cNvPr id="338" name="Google Shape;338;p16"/>
            <p:cNvSpPr txBox="1"/>
            <p:nvPr/>
          </p:nvSpPr>
          <p:spPr>
            <a:xfrm>
              <a:off x="1872" y="2160"/>
              <a:ext cx="480" cy="12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3600"/>
                <a:buFont typeface="Times New Roman"/>
                <a:buNone/>
              </a:pPr>
              <a:r>
                <a:rPr b="1" i="0" lang="en-US" sz="3600" u="none">
                  <a:solidFill>
                    <a:srgbClr val="FFFFFF"/>
                  </a:solidFill>
                  <a:latin typeface="Times New Roman"/>
                  <a:ea typeface="Times New Roman"/>
                  <a:cs typeface="Times New Roman"/>
                  <a:sym typeface="Times New Roman"/>
                </a:rPr>
                <a:t>row</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7"/>
          <p:cNvSpPr txBox="1"/>
          <p:nvPr>
            <p:ph type="ctrTitle"/>
          </p:nvPr>
        </p:nvSpPr>
        <p:spPr>
          <a:xfrm>
            <a:off x="714375" y="-171450"/>
            <a:ext cx="7772400" cy="1219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lang="en-US" sz="3200"/>
              <a:t>List</a:t>
            </a:r>
            <a:r>
              <a:rPr b="0" i="0" lang="en-US" sz="3200" u="none">
                <a:solidFill>
                  <a:schemeClr val="dk2"/>
                </a:solidFill>
                <a:latin typeface="Times New Roman"/>
                <a:ea typeface="Times New Roman"/>
                <a:cs typeface="Times New Roman"/>
                <a:sym typeface="Times New Roman"/>
              </a:rPr>
              <a:t> Of Row Chains</a:t>
            </a:r>
            <a:endParaRPr/>
          </a:p>
        </p:txBody>
      </p:sp>
      <p:grpSp>
        <p:nvGrpSpPr>
          <p:cNvPr id="345" name="Google Shape;345;p17"/>
          <p:cNvGrpSpPr/>
          <p:nvPr/>
        </p:nvGrpSpPr>
        <p:grpSpPr>
          <a:xfrm>
            <a:off x="3041650" y="1517650"/>
            <a:ext cx="5632450" cy="777875"/>
            <a:chOff x="1916" y="956"/>
            <a:chExt cx="3548" cy="490"/>
          </a:xfrm>
        </p:grpSpPr>
        <p:sp>
          <p:nvSpPr>
            <p:cNvPr id="346" name="Google Shape;346;p17"/>
            <p:cNvSpPr txBox="1"/>
            <p:nvPr/>
          </p:nvSpPr>
          <p:spPr>
            <a:xfrm>
              <a:off x="2688" y="960"/>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47" name="Google Shape;347;p17"/>
            <p:cNvSpPr txBox="1"/>
            <p:nvPr/>
          </p:nvSpPr>
          <p:spPr>
            <a:xfrm>
              <a:off x="2688" y="1200"/>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48" name="Google Shape;348;p17"/>
            <p:cNvSpPr txBox="1"/>
            <p:nvPr/>
          </p:nvSpPr>
          <p:spPr>
            <a:xfrm>
              <a:off x="3216" y="1200"/>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49" name="Google Shape;349;p17"/>
            <p:cNvSpPr txBox="1"/>
            <p:nvPr/>
          </p:nvSpPr>
          <p:spPr>
            <a:xfrm>
              <a:off x="3308" y="1196"/>
              <a:ext cx="62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350" name="Google Shape;350;p17"/>
            <p:cNvSpPr txBox="1"/>
            <p:nvPr/>
          </p:nvSpPr>
          <p:spPr>
            <a:xfrm>
              <a:off x="2828" y="1196"/>
              <a:ext cx="480"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3</a:t>
              </a:r>
              <a:endParaRPr/>
            </a:p>
          </p:txBody>
        </p:sp>
        <p:sp>
          <p:nvSpPr>
            <p:cNvPr id="351" name="Google Shape;351;p17"/>
            <p:cNvSpPr txBox="1"/>
            <p:nvPr/>
          </p:nvSpPr>
          <p:spPr>
            <a:xfrm>
              <a:off x="4320" y="960"/>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52" name="Google Shape;352;p17"/>
            <p:cNvSpPr txBox="1"/>
            <p:nvPr/>
          </p:nvSpPr>
          <p:spPr>
            <a:xfrm>
              <a:off x="4652" y="956"/>
              <a:ext cx="43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null</a:t>
              </a:r>
              <a:endParaRPr/>
            </a:p>
          </p:txBody>
        </p:sp>
        <p:sp>
          <p:nvSpPr>
            <p:cNvPr id="353" name="Google Shape;353;p17"/>
            <p:cNvSpPr txBox="1"/>
            <p:nvPr/>
          </p:nvSpPr>
          <p:spPr>
            <a:xfrm>
              <a:off x="4320" y="1200"/>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54" name="Google Shape;354;p17"/>
            <p:cNvSpPr txBox="1"/>
            <p:nvPr/>
          </p:nvSpPr>
          <p:spPr>
            <a:xfrm>
              <a:off x="4848" y="1200"/>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55" name="Google Shape;355;p17"/>
            <p:cNvSpPr txBox="1"/>
            <p:nvPr/>
          </p:nvSpPr>
          <p:spPr>
            <a:xfrm>
              <a:off x="5084" y="1196"/>
              <a:ext cx="19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356" name="Google Shape;356;p17"/>
            <p:cNvSpPr txBox="1"/>
            <p:nvPr/>
          </p:nvSpPr>
          <p:spPr>
            <a:xfrm>
              <a:off x="4412" y="1196"/>
              <a:ext cx="33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5</a:t>
              </a:r>
              <a:endParaRPr/>
            </a:p>
          </p:txBody>
        </p:sp>
        <p:cxnSp>
          <p:nvCxnSpPr>
            <p:cNvPr id="357" name="Google Shape;357;p17"/>
            <p:cNvCxnSpPr/>
            <p:nvPr/>
          </p:nvCxnSpPr>
          <p:spPr>
            <a:xfrm>
              <a:off x="3308" y="1100"/>
              <a:ext cx="1008" cy="0"/>
            </a:xfrm>
            <a:prstGeom prst="straightConnector1">
              <a:avLst/>
            </a:prstGeom>
            <a:noFill/>
            <a:ln cap="flat" cmpd="sng" w="50800">
              <a:solidFill>
                <a:schemeClr val="dk1"/>
              </a:solidFill>
              <a:prstDash val="solid"/>
              <a:miter lim="800000"/>
              <a:headEnd len="med" w="med" type="none"/>
              <a:tailEnd len="med" w="med" type="stealth"/>
            </a:ln>
          </p:spPr>
        </p:cxnSp>
        <p:cxnSp>
          <p:nvCxnSpPr>
            <p:cNvPr id="358" name="Google Shape;358;p17"/>
            <p:cNvCxnSpPr/>
            <p:nvPr/>
          </p:nvCxnSpPr>
          <p:spPr>
            <a:xfrm>
              <a:off x="1916" y="1100"/>
              <a:ext cx="768" cy="0"/>
            </a:xfrm>
            <a:prstGeom prst="straightConnector1">
              <a:avLst/>
            </a:prstGeom>
            <a:noFill/>
            <a:ln cap="flat" cmpd="sng" w="50800">
              <a:solidFill>
                <a:schemeClr val="dk1"/>
              </a:solidFill>
              <a:prstDash val="solid"/>
              <a:miter lim="800000"/>
              <a:headEnd len="med" w="med" type="none"/>
              <a:tailEnd len="med" w="med" type="stealth"/>
            </a:ln>
          </p:spPr>
        </p:cxnSp>
      </p:grpSp>
      <p:grpSp>
        <p:nvGrpSpPr>
          <p:cNvPr id="359" name="Google Shape;359;p17"/>
          <p:cNvGrpSpPr/>
          <p:nvPr/>
        </p:nvGrpSpPr>
        <p:grpSpPr>
          <a:xfrm>
            <a:off x="3336925" y="3101975"/>
            <a:ext cx="5556250" cy="777875"/>
            <a:chOff x="1964" y="1628"/>
            <a:chExt cx="3500" cy="490"/>
          </a:xfrm>
        </p:grpSpPr>
        <p:sp>
          <p:nvSpPr>
            <p:cNvPr id="360" name="Google Shape;360;p17"/>
            <p:cNvSpPr txBox="1"/>
            <p:nvPr/>
          </p:nvSpPr>
          <p:spPr>
            <a:xfrm>
              <a:off x="2688" y="1632"/>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61" name="Google Shape;361;p17"/>
            <p:cNvSpPr txBox="1"/>
            <p:nvPr/>
          </p:nvSpPr>
          <p:spPr>
            <a:xfrm>
              <a:off x="2688" y="1872"/>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62" name="Google Shape;362;p17"/>
            <p:cNvSpPr txBox="1"/>
            <p:nvPr/>
          </p:nvSpPr>
          <p:spPr>
            <a:xfrm>
              <a:off x="3216" y="1872"/>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63" name="Google Shape;363;p17"/>
            <p:cNvSpPr txBox="1"/>
            <p:nvPr/>
          </p:nvSpPr>
          <p:spPr>
            <a:xfrm>
              <a:off x="3308" y="1868"/>
              <a:ext cx="62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5</a:t>
              </a:r>
              <a:endParaRPr/>
            </a:p>
          </p:txBody>
        </p:sp>
        <p:sp>
          <p:nvSpPr>
            <p:cNvPr id="364" name="Google Shape;364;p17"/>
            <p:cNvSpPr txBox="1"/>
            <p:nvPr/>
          </p:nvSpPr>
          <p:spPr>
            <a:xfrm>
              <a:off x="2828" y="1868"/>
              <a:ext cx="480"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3</a:t>
              </a:r>
              <a:endParaRPr/>
            </a:p>
          </p:txBody>
        </p:sp>
        <p:sp>
          <p:nvSpPr>
            <p:cNvPr id="365" name="Google Shape;365;p17"/>
            <p:cNvSpPr txBox="1"/>
            <p:nvPr/>
          </p:nvSpPr>
          <p:spPr>
            <a:xfrm>
              <a:off x="4320" y="1632"/>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66" name="Google Shape;366;p17"/>
            <p:cNvSpPr txBox="1"/>
            <p:nvPr/>
          </p:nvSpPr>
          <p:spPr>
            <a:xfrm>
              <a:off x="4652" y="1628"/>
              <a:ext cx="43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null</a:t>
              </a:r>
              <a:endParaRPr/>
            </a:p>
          </p:txBody>
        </p:sp>
        <p:sp>
          <p:nvSpPr>
            <p:cNvPr id="367" name="Google Shape;367;p17"/>
            <p:cNvSpPr txBox="1"/>
            <p:nvPr/>
          </p:nvSpPr>
          <p:spPr>
            <a:xfrm>
              <a:off x="4320" y="1872"/>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68" name="Google Shape;368;p17"/>
            <p:cNvSpPr txBox="1"/>
            <p:nvPr/>
          </p:nvSpPr>
          <p:spPr>
            <a:xfrm>
              <a:off x="4848" y="1872"/>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69" name="Google Shape;369;p17"/>
            <p:cNvSpPr txBox="1"/>
            <p:nvPr/>
          </p:nvSpPr>
          <p:spPr>
            <a:xfrm>
              <a:off x="5084" y="1868"/>
              <a:ext cx="19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7</a:t>
              </a:r>
              <a:endParaRPr/>
            </a:p>
          </p:txBody>
        </p:sp>
        <p:sp>
          <p:nvSpPr>
            <p:cNvPr id="370" name="Google Shape;370;p17"/>
            <p:cNvSpPr txBox="1"/>
            <p:nvPr/>
          </p:nvSpPr>
          <p:spPr>
            <a:xfrm>
              <a:off x="4412" y="1868"/>
              <a:ext cx="33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4</a:t>
              </a:r>
              <a:endParaRPr/>
            </a:p>
          </p:txBody>
        </p:sp>
        <p:cxnSp>
          <p:nvCxnSpPr>
            <p:cNvPr id="371" name="Google Shape;371;p17"/>
            <p:cNvCxnSpPr/>
            <p:nvPr/>
          </p:nvCxnSpPr>
          <p:spPr>
            <a:xfrm>
              <a:off x="3308" y="1772"/>
              <a:ext cx="1008" cy="0"/>
            </a:xfrm>
            <a:prstGeom prst="straightConnector1">
              <a:avLst/>
            </a:prstGeom>
            <a:noFill/>
            <a:ln cap="flat" cmpd="sng" w="50800">
              <a:solidFill>
                <a:schemeClr val="dk1"/>
              </a:solidFill>
              <a:prstDash val="solid"/>
              <a:miter lim="800000"/>
              <a:headEnd len="med" w="med" type="none"/>
              <a:tailEnd len="med" w="med" type="stealth"/>
            </a:ln>
          </p:spPr>
        </p:cxnSp>
        <p:cxnSp>
          <p:nvCxnSpPr>
            <p:cNvPr id="372" name="Google Shape;372;p17"/>
            <p:cNvCxnSpPr/>
            <p:nvPr/>
          </p:nvCxnSpPr>
          <p:spPr>
            <a:xfrm>
              <a:off x="1964" y="1772"/>
              <a:ext cx="768" cy="0"/>
            </a:xfrm>
            <a:prstGeom prst="straightConnector1">
              <a:avLst/>
            </a:prstGeom>
            <a:noFill/>
            <a:ln cap="flat" cmpd="sng" w="50800">
              <a:solidFill>
                <a:schemeClr val="dk1"/>
              </a:solidFill>
              <a:prstDash val="solid"/>
              <a:miter lim="800000"/>
              <a:headEnd len="med" w="med" type="none"/>
              <a:tailEnd len="med" w="med" type="stealth"/>
            </a:ln>
          </p:spPr>
        </p:cxnSp>
      </p:grpSp>
      <p:grpSp>
        <p:nvGrpSpPr>
          <p:cNvPr id="373" name="Google Shape;373;p17"/>
          <p:cNvGrpSpPr/>
          <p:nvPr/>
        </p:nvGrpSpPr>
        <p:grpSpPr>
          <a:xfrm>
            <a:off x="3117850" y="4718050"/>
            <a:ext cx="5556250" cy="777875"/>
            <a:chOff x="1964" y="2972"/>
            <a:chExt cx="3500" cy="490"/>
          </a:xfrm>
        </p:grpSpPr>
        <p:sp>
          <p:nvSpPr>
            <p:cNvPr id="374" name="Google Shape;374;p17"/>
            <p:cNvSpPr txBox="1"/>
            <p:nvPr/>
          </p:nvSpPr>
          <p:spPr>
            <a:xfrm>
              <a:off x="2688" y="2976"/>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75" name="Google Shape;375;p17"/>
            <p:cNvSpPr txBox="1"/>
            <p:nvPr/>
          </p:nvSpPr>
          <p:spPr>
            <a:xfrm>
              <a:off x="2688" y="3216"/>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76" name="Google Shape;376;p17"/>
            <p:cNvSpPr txBox="1"/>
            <p:nvPr/>
          </p:nvSpPr>
          <p:spPr>
            <a:xfrm>
              <a:off x="3216" y="3216"/>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77" name="Google Shape;377;p17"/>
            <p:cNvSpPr txBox="1"/>
            <p:nvPr/>
          </p:nvSpPr>
          <p:spPr>
            <a:xfrm>
              <a:off x="3308" y="3212"/>
              <a:ext cx="62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378" name="Google Shape;378;p17"/>
            <p:cNvSpPr txBox="1"/>
            <p:nvPr/>
          </p:nvSpPr>
          <p:spPr>
            <a:xfrm>
              <a:off x="2828" y="3212"/>
              <a:ext cx="480"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2</a:t>
              </a:r>
              <a:endParaRPr/>
            </a:p>
          </p:txBody>
        </p:sp>
        <p:sp>
          <p:nvSpPr>
            <p:cNvPr id="379" name="Google Shape;379;p17"/>
            <p:cNvSpPr txBox="1"/>
            <p:nvPr/>
          </p:nvSpPr>
          <p:spPr>
            <a:xfrm>
              <a:off x="4320" y="2976"/>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80" name="Google Shape;380;p17"/>
            <p:cNvSpPr txBox="1"/>
            <p:nvPr/>
          </p:nvSpPr>
          <p:spPr>
            <a:xfrm>
              <a:off x="4652" y="2972"/>
              <a:ext cx="43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null</a:t>
              </a:r>
              <a:endParaRPr/>
            </a:p>
          </p:txBody>
        </p:sp>
        <p:sp>
          <p:nvSpPr>
            <p:cNvPr id="381" name="Google Shape;381;p17"/>
            <p:cNvSpPr txBox="1"/>
            <p:nvPr/>
          </p:nvSpPr>
          <p:spPr>
            <a:xfrm>
              <a:off x="4320" y="3216"/>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82" name="Google Shape;382;p17"/>
            <p:cNvSpPr txBox="1"/>
            <p:nvPr/>
          </p:nvSpPr>
          <p:spPr>
            <a:xfrm>
              <a:off x="4848" y="3216"/>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83" name="Google Shape;383;p17"/>
            <p:cNvSpPr txBox="1"/>
            <p:nvPr/>
          </p:nvSpPr>
          <p:spPr>
            <a:xfrm>
              <a:off x="5084" y="3212"/>
              <a:ext cx="19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6</a:t>
              </a:r>
              <a:endParaRPr/>
            </a:p>
          </p:txBody>
        </p:sp>
        <p:sp>
          <p:nvSpPr>
            <p:cNvPr id="384" name="Google Shape;384;p17"/>
            <p:cNvSpPr txBox="1"/>
            <p:nvPr/>
          </p:nvSpPr>
          <p:spPr>
            <a:xfrm>
              <a:off x="4412" y="3212"/>
              <a:ext cx="33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3</a:t>
              </a:r>
              <a:endParaRPr/>
            </a:p>
          </p:txBody>
        </p:sp>
        <p:cxnSp>
          <p:nvCxnSpPr>
            <p:cNvPr id="385" name="Google Shape;385;p17"/>
            <p:cNvCxnSpPr/>
            <p:nvPr/>
          </p:nvCxnSpPr>
          <p:spPr>
            <a:xfrm>
              <a:off x="3308" y="3116"/>
              <a:ext cx="1008" cy="0"/>
            </a:xfrm>
            <a:prstGeom prst="straightConnector1">
              <a:avLst/>
            </a:prstGeom>
            <a:noFill/>
            <a:ln cap="flat" cmpd="sng" w="50800">
              <a:solidFill>
                <a:schemeClr val="dk1"/>
              </a:solidFill>
              <a:prstDash val="solid"/>
              <a:miter lim="800000"/>
              <a:headEnd len="med" w="med" type="none"/>
              <a:tailEnd len="med" w="med" type="stealth"/>
            </a:ln>
          </p:spPr>
        </p:cxnSp>
        <p:cxnSp>
          <p:nvCxnSpPr>
            <p:cNvPr id="386" name="Google Shape;386;p17"/>
            <p:cNvCxnSpPr/>
            <p:nvPr/>
          </p:nvCxnSpPr>
          <p:spPr>
            <a:xfrm>
              <a:off x="1964" y="3116"/>
              <a:ext cx="768" cy="0"/>
            </a:xfrm>
            <a:prstGeom prst="straightConnector1">
              <a:avLst/>
            </a:prstGeom>
            <a:noFill/>
            <a:ln cap="flat" cmpd="sng" w="50800">
              <a:solidFill>
                <a:schemeClr val="dk1"/>
              </a:solidFill>
              <a:prstDash val="solid"/>
              <a:miter lim="800000"/>
              <a:headEnd len="med" w="med" type="none"/>
              <a:tailEnd len="med" w="med" type="stealth"/>
            </a:ln>
          </p:spPr>
        </p:cxnSp>
      </p:grpSp>
      <p:grpSp>
        <p:nvGrpSpPr>
          <p:cNvPr id="387" name="Google Shape;387;p17"/>
          <p:cNvGrpSpPr/>
          <p:nvPr/>
        </p:nvGrpSpPr>
        <p:grpSpPr>
          <a:xfrm>
            <a:off x="1212850" y="1393825"/>
            <a:ext cx="2038350" cy="1098550"/>
            <a:chOff x="1732" y="1920"/>
            <a:chExt cx="1144" cy="476"/>
          </a:xfrm>
        </p:grpSpPr>
        <p:sp>
          <p:nvSpPr>
            <p:cNvPr id="388" name="Google Shape;388;p17"/>
            <p:cNvSpPr txBox="1"/>
            <p:nvPr/>
          </p:nvSpPr>
          <p:spPr>
            <a:xfrm>
              <a:off x="1732" y="1924"/>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89" name="Google Shape;389;p17"/>
            <p:cNvSpPr txBox="1"/>
            <p:nvPr/>
          </p:nvSpPr>
          <p:spPr>
            <a:xfrm>
              <a:off x="2064" y="1920"/>
              <a:ext cx="432" cy="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90" name="Google Shape;390;p17"/>
            <p:cNvSpPr txBox="1"/>
            <p:nvPr/>
          </p:nvSpPr>
          <p:spPr>
            <a:xfrm>
              <a:off x="1732" y="2164"/>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91" name="Google Shape;391;p17"/>
            <p:cNvSpPr txBox="1"/>
            <p:nvPr/>
          </p:nvSpPr>
          <p:spPr>
            <a:xfrm>
              <a:off x="2260" y="2164"/>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92" name="Google Shape;392;p17"/>
            <p:cNvSpPr txBox="1"/>
            <p:nvPr/>
          </p:nvSpPr>
          <p:spPr>
            <a:xfrm>
              <a:off x="2252" y="2153"/>
              <a:ext cx="624" cy="147"/>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93" name="Google Shape;393;p17"/>
            <p:cNvSpPr txBox="1"/>
            <p:nvPr/>
          </p:nvSpPr>
          <p:spPr>
            <a:xfrm>
              <a:off x="1872" y="2160"/>
              <a:ext cx="480" cy="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400"/>
                <a:buFont typeface="Times New Roman"/>
                <a:buNone/>
              </a:pPr>
              <a:r>
                <a:rPr b="1" i="0" lang="en-US" sz="2400" u="none">
                  <a:solidFill>
                    <a:srgbClr val="FFFFFF"/>
                  </a:solidFill>
                  <a:latin typeface="Times New Roman"/>
                  <a:ea typeface="Times New Roman"/>
                  <a:cs typeface="Times New Roman"/>
                  <a:sym typeface="Times New Roman"/>
                </a:rPr>
                <a:t>1</a:t>
              </a:r>
              <a:endParaRPr/>
            </a:p>
          </p:txBody>
        </p:sp>
      </p:grpSp>
      <p:grpSp>
        <p:nvGrpSpPr>
          <p:cNvPr id="394" name="Google Shape;394;p17"/>
          <p:cNvGrpSpPr/>
          <p:nvPr/>
        </p:nvGrpSpPr>
        <p:grpSpPr>
          <a:xfrm>
            <a:off x="1298575" y="2954337"/>
            <a:ext cx="2038350" cy="1098550"/>
            <a:chOff x="1732" y="1920"/>
            <a:chExt cx="1144" cy="476"/>
          </a:xfrm>
        </p:grpSpPr>
        <p:sp>
          <p:nvSpPr>
            <p:cNvPr id="395" name="Google Shape;395;p17"/>
            <p:cNvSpPr txBox="1"/>
            <p:nvPr/>
          </p:nvSpPr>
          <p:spPr>
            <a:xfrm>
              <a:off x="1732" y="1924"/>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96" name="Google Shape;396;p17"/>
            <p:cNvSpPr txBox="1"/>
            <p:nvPr/>
          </p:nvSpPr>
          <p:spPr>
            <a:xfrm>
              <a:off x="2064" y="1920"/>
              <a:ext cx="432" cy="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97" name="Google Shape;397;p17"/>
            <p:cNvSpPr txBox="1"/>
            <p:nvPr/>
          </p:nvSpPr>
          <p:spPr>
            <a:xfrm>
              <a:off x="1732" y="2164"/>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98" name="Google Shape;398;p17"/>
            <p:cNvSpPr txBox="1"/>
            <p:nvPr/>
          </p:nvSpPr>
          <p:spPr>
            <a:xfrm>
              <a:off x="2260" y="2164"/>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399" name="Google Shape;399;p17"/>
            <p:cNvSpPr txBox="1"/>
            <p:nvPr/>
          </p:nvSpPr>
          <p:spPr>
            <a:xfrm>
              <a:off x="1872" y="2160"/>
              <a:ext cx="480" cy="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400"/>
                <a:buFont typeface="Times New Roman"/>
                <a:buNone/>
              </a:pPr>
              <a:r>
                <a:rPr b="1" i="0" lang="en-US" sz="2400" u="none">
                  <a:solidFill>
                    <a:srgbClr val="FFFFFF"/>
                  </a:solidFill>
                  <a:latin typeface="Times New Roman"/>
                  <a:ea typeface="Times New Roman"/>
                  <a:cs typeface="Times New Roman"/>
                  <a:sym typeface="Times New Roman"/>
                </a:rPr>
                <a:t>2</a:t>
              </a:r>
              <a:endParaRPr/>
            </a:p>
          </p:txBody>
        </p:sp>
      </p:grpSp>
      <p:grpSp>
        <p:nvGrpSpPr>
          <p:cNvPr id="400" name="Google Shape;400;p17"/>
          <p:cNvGrpSpPr/>
          <p:nvPr/>
        </p:nvGrpSpPr>
        <p:grpSpPr>
          <a:xfrm>
            <a:off x="1238250" y="4614862"/>
            <a:ext cx="2038350" cy="1098550"/>
            <a:chOff x="1732" y="1920"/>
            <a:chExt cx="1144" cy="476"/>
          </a:xfrm>
        </p:grpSpPr>
        <p:sp>
          <p:nvSpPr>
            <p:cNvPr id="401" name="Google Shape;401;p17"/>
            <p:cNvSpPr txBox="1"/>
            <p:nvPr/>
          </p:nvSpPr>
          <p:spPr>
            <a:xfrm>
              <a:off x="1732" y="1924"/>
              <a:ext cx="1144"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02" name="Google Shape;402;p17"/>
            <p:cNvSpPr txBox="1"/>
            <p:nvPr/>
          </p:nvSpPr>
          <p:spPr>
            <a:xfrm>
              <a:off x="2064" y="1920"/>
              <a:ext cx="432" cy="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03" name="Google Shape;403;p17"/>
            <p:cNvSpPr txBox="1"/>
            <p:nvPr/>
          </p:nvSpPr>
          <p:spPr>
            <a:xfrm>
              <a:off x="1732" y="2164"/>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04" name="Google Shape;404;p17"/>
            <p:cNvSpPr txBox="1"/>
            <p:nvPr/>
          </p:nvSpPr>
          <p:spPr>
            <a:xfrm>
              <a:off x="2260" y="2164"/>
              <a:ext cx="616"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0D0D"/>
                </a:buClr>
                <a:buSzPts val="2400"/>
                <a:buFont typeface="Times New Roman"/>
                <a:buNone/>
              </a:pPr>
              <a:r>
                <a:rPr b="1" i="0" lang="en-US" sz="2400" u="none">
                  <a:solidFill>
                    <a:srgbClr val="0D0D0D"/>
                  </a:solidFill>
                  <a:latin typeface="Times New Roman"/>
                  <a:ea typeface="Times New Roman"/>
                  <a:cs typeface="Times New Roman"/>
                  <a:sym typeface="Times New Roman"/>
                </a:rPr>
                <a:t>null</a:t>
              </a:r>
              <a:endParaRPr/>
            </a:p>
          </p:txBody>
        </p:sp>
        <p:sp>
          <p:nvSpPr>
            <p:cNvPr id="405" name="Google Shape;405;p17"/>
            <p:cNvSpPr txBox="1"/>
            <p:nvPr/>
          </p:nvSpPr>
          <p:spPr>
            <a:xfrm>
              <a:off x="1872" y="2160"/>
              <a:ext cx="480" cy="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400"/>
                <a:buFont typeface="Times New Roman"/>
                <a:buNone/>
              </a:pPr>
              <a:r>
                <a:rPr b="1" i="0" lang="en-US" sz="2400" u="none">
                  <a:solidFill>
                    <a:srgbClr val="FFFFFF"/>
                  </a:solidFill>
                  <a:latin typeface="Times New Roman"/>
                  <a:ea typeface="Times New Roman"/>
                  <a:cs typeface="Times New Roman"/>
                  <a:sym typeface="Times New Roman"/>
                </a:rPr>
                <a:t>4</a:t>
              </a:r>
              <a:endParaRPr/>
            </a:p>
          </p:txBody>
        </p:sp>
      </p:grpSp>
      <p:cxnSp>
        <p:nvCxnSpPr>
          <p:cNvPr id="406" name="Google Shape;406;p17"/>
          <p:cNvCxnSpPr/>
          <p:nvPr/>
        </p:nvCxnSpPr>
        <p:spPr>
          <a:xfrm>
            <a:off x="2592387" y="2163762"/>
            <a:ext cx="14287" cy="800100"/>
          </a:xfrm>
          <a:prstGeom prst="straightConnector1">
            <a:avLst/>
          </a:prstGeom>
          <a:noFill/>
          <a:ln cap="flat" cmpd="sng" w="38100">
            <a:solidFill>
              <a:schemeClr val="dk1"/>
            </a:solidFill>
            <a:prstDash val="solid"/>
            <a:miter lim="800000"/>
            <a:headEnd len="med" w="med" type="none"/>
            <a:tailEnd len="med" w="med" type="triangle"/>
          </a:ln>
        </p:spPr>
      </p:cxnSp>
      <p:cxnSp>
        <p:nvCxnSpPr>
          <p:cNvPr id="407" name="Google Shape;407;p17"/>
          <p:cNvCxnSpPr/>
          <p:nvPr/>
        </p:nvCxnSpPr>
        <p:spPr>
          <a:xfrm>
            <a:off x="2554287" y="3841750"/>
            <a:ext cx="14287" cy="800100"/>
          </a:xfrm>
          <a:prstGeom prst="straightConnector1">
            <a:avLst/>
          </a:prstGeom>
          <a:noFill/>
          <a:ln cap="flat" cmpd="sng" w="38100">
            <a:solidFill>
              <a:schemeClr val="dk1"/>
            </a:solidFill>
            <a:prstDash val="solid"/>
            <a:miter lim="800000"/>
            <a:headEnd len="med" w="med" type="none"/>
            <a:tailEnd len="med" w="med" type="triangle"/>
          </a:ln>
        </p:spPr>
      </p:cxnSp>
      <p:sp>
        <p:nvSpPr>
          <p:cNvPr id="408" name="Google Shape;408;p17"/>
          <p:cNvSpPr txBox="1"/>
          <p:nvPr>
            <p:ph idx="1" type="subTitle"/>
          </p:nvPr>
        </p:nvSpPr>
        <p:spPr>
          <a:xfrm>
            <a:off x="1371600" y="3886200"/>
            <a:ext cx="6400800" cy="1752600"/>
          </a:xfrm>
          <a:prstGeom prst="rect">
            <a:avLst/>
          </a:prstGeom>
          <a:noFill/>
          <a:ln>
            <a:noFill/>
          </a:ln>
        </p:spPr>
        <p:txBody>
          <a:bodyPr anchorCtr="0" anchor="t" bIns="46025" lIns="92075" spcFirstLastPara="1" rIns="92075" wrap="square" tIns="46025">
            <a:noAutofit/>
          </a:bodyPr>
          <a:lstStyle/>
          <a:p>
            <a:pPr indent="0" lvl="0" marL="0" rtl="0" algn="ctr">
              <a:spcBef>
                <a:spcPts val="0"/>
              </a:spcBef>
              <a:spcAft>
                <a:spcPts val="0"/>
              </a:spcAft>
              <a:buClr>
                <a:schemeClr val="dk1"/>
              </a:buClr>
              <a:buSzPts val="3200"/>
              <a:buFont typeface="Times New Roman"/>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8"/>
          <p:cNvSpPr txBox="1"/>
          <p:nvPr>
            <p:ph type="ctrTitle"/>
          </p:nvPr>
        </p:nvSpPr>
        <p:spPr>
          <a:xfrm>
            <a:off x="609600" y="0"/>
            <a:ext cx="7772400" cy="1219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Orthogonal List Representation</a:t>
            </a:r>
            <a:endParaRPr/>
          </a:p>
        </p:txBody>
      </p:sp>
      <p:sp>
        <p:nvSpPr>
          <p:cNvPr id="415" name="Google Shape;415;p18"/>
          <p:cNvSpPr txBox="1"/>
          <p:nvPr>
            <p:ph idx="1" type="subTitle"/>
          </p:nvPr>
        </p:nvSpPr>
        <p:spPr>
          <a:xfrm>
            <a:off x="381000" y="1143000"/>
            <a:ext cx="8458200" cy="43434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Both row and column lists.</a:t>
            </a:r>
            <a:endParaRPr/>
          </a:p>
          <a:p>
            <a:pPr indent="-342900" lvl="0" marL="34290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Node structure.</a:t>
            </a:r>
            <a:endParaRPr/>
          </a:p>
        </p:txBody>
      </p:sp>
      <p:grpSp>
        <p:nvGrpSpPr>
          <p:cNvPr id="416" name="Google Shape;416;p18"/>
          <p:cNvGrpSpPr/>
          <p:nvPr/>
        </p:nvGrpSpPr>
        <p:grpSpPr>
          <a:xfrm>
            <a:off x="2749550" y="3048000"/>
            <a:ext cx="3117850" cy="777875"/>
            <a:chOff x="1732" y="1920"/>
            <a:chExt cx="1964" cy="490"/>
          </a:xfrm>
        </p:grpSpPr>
        <p:sp>
          <p:nvSpPr>
            <p:cNvPr id="417" name="Google Shape;417;p18"/>
            <p:cNvSpPr txBox="1"/>
            <p:nvPr/>
          </p:nvSpPr>
          <p:spPr>
            <a:xfrm>
              <a:off x="1732" y="1924"/>
              <a:ext cx="52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18" name="Google Shape;418;p18"/>
            <p:cNvSpPr txBox="1"/>
            <p:nvPr/>
          </p:nvSpPr>
          <p:spPr>
            <a:xfrm>
              <a:off x="1824" y="1920"/>
              <a:ext cx="43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row</a:t>
              </a:r>
              <a:endParaRPr/>
            </a:p>
          </p:txBody>
        </p:sp>
        <p:sp>
          <p:nvSpPr>
            <p:cNvPr id="419" name="Google Shape;419;p18"/>
            <p:cNvSpPr txBox="1"/>
            <p:nvPr/>
          </p:nvSpPr>
          <p:spPr>
            <a:xfrm>
              <a:off x="2260" y="1924"/>
              <a:ext cx="520"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20" name="Google Shape;420;p18"/>
            <p:cNvSpPr txBox="1"/>
            <p:nvPr/>
          </p:nvSpPr>
          <p:spPr>
            <a:xfrm>
              <a:off x="2352" y="1920"/>
              <a:ext cx="43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col</a:t>
              </a:r>
              <a:endParaRPr/>
            </a:p>
          </p:txBody>
        </p:sp>
        <p:sp>
          <p:nvSpPr>
            <p:cNvPr id="421" name="Google Shape;421;p18"/>
            <p:cNvSpPr txBox="1"/>
            <p:nvPr/>
          </p:nvSpPr>
          <p:spPr>
            <a:xfrm>
              <a:off x="1732" y="2164"/>
              <a:ext cx="520"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22" name="Google Shape;422;p18"/>
            <p:cNvSpPr txBox="1"/>
            <p:nvPr/>
          </p:nvSpPr>
          <p:spPr>
            <a:xfrm>
              <a:off x="2260" y="2164"/>
              <a:ext cx="520"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23" name="Google Shape;423;p18"/>
            <p:cNvSpPr txBox="1"/>
            <p:nvPr/>
          </p:nvSpPr>
          <p:spPr>
            <a:xfrm>
              <a:off x="2352" y="2160"/>
              <a:ext cx="43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next</a:t>
              </a:r>
              <a:endParaRPr/>
            </a:p>
          </p:txBody>
        </p:sp>
        <p:sp>
          <p:nvSpPr>
            <p:cNvPr id="424" name="Google Shape;424;p18"/>
            <p:cNvSpPr txBox="1"/>
            <p:nvPr/>
          </p:nvSpPr>
          <p:spPr>
            <a:xfrm>
              <a:off x="1776" y="2160"/>
              <a:ext cx="480"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down</a:t>
              </a:r>
              <a:endParaRPr/>
            </a:p>
          </p:txBody>
        </p:sp>
        <p:sp>
          <p:nvSpPr>
            <p:cNvPr id="425" name="Google Shape;425;p18"/>
            <p:cNvSpPr txBox="1"/>
            <p:nvPr/>
          </p:nvSpPr>
          <p:spPr>
            <a:xfrm>
              <a:off x="2788" y="1924"/>
              <a:ext cx="520"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26" name="Google Shape;426;p18"/>
            <p:cNvSpPr txBox="1"/>
            <p:nvPr/>
          </p:nvSpPr>
          <p:spPr>
            <a:xfrm>
              <a:off x="2832" y="1920"/>
              <a:ext cx="86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value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19"/>
          <p:cNvSpPr txBox="1"/>
          <p:nvPr>
            <p:ph type="ctrTitle"/>
          </p:nvPr>
        </p:nvSpPr>
        <p:spPr>
          <a:xfrm>
            <a:off x="609600" y="0"/>
            <a:ext cx="7772400" cy="838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Row Lists</a:t>
            </a:r>
            <a:endParaRPr/>
          </a:p>
        </p:txBody>
      </p:sp>
      <p:sp>
        <p:nvSpPr>
          <p:cNvPr id="432" name="Google Shape;432;p19"/>
          <p:cNvSpPr txBox="1"/>
          <p:nvPr>
            <p:ph idx="1" type="subTitle"/>
          </p:nvPr>
        </p:nvSpPr>
        <p:spPr>
          <a:xfrm>
            <a:off x="381000" y="1143000"/>
            <a:ext cx="1752600" cy="43434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0 0 3 0 4                </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0 0 5 7 0</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0 0 0 0 0</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0 2 6 0 0</a:t>
            </a:r>
            <a:endParaRPr/>
          </a:p>
        </p:txBody>
      </p:sp>
      <p:grpSp>
        <p:nvGrpSpPr>
          <p:cNvPr id="433" name="Google Shape;433;p19"/>
          <p:cNvGrpSpPr/>
          <p:nvPr/>
        </p:nvGrpSpPr>
        <p:grpSpPr>
          <a:xfrm>
            <a:off x="2819400" y="1981200"/>
            <a:ext cx="6013450" cy="4587875"/>
            <a:chOff x="1776" y="1248"/>
            <a:chExt cx="3788" cy="2890"/>
          </a:xfrm>
        </p:grpSpPr>
        <p:sp>
          <p:nvSpPr>
            <p:cNvPr id="434" name="Google Shape;434;p19"/>
            <p:cNvSpPr txBox="1"/>
            <p:nvPr/>
          </p:nvSpPr>
          <p:spPr>
            <a:xfrm>
              <a:off x="1780" y="1300"/>
              <a:ext cx="328" cy="2488"/>
            </a:xfrm>
            <a:prstGeom prst="rect">
              <a:avLst/>
            </a:prstGeom>
            <a:solidFill>
              <a:srgbClr val="FFCC00"/>
            </a:solidFill>
            <a:ln cap="flat" cmpd="sng" w="12700">
              <a:solidFill>
                <a:srgbClr val="FF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cxnSp>
          <p:nvCxnSpPr>
            <p:cNvPr id="435" name="Google Shape;435;p19"/>
            <p:cNvCxnSpPr/>
            <p:nvPr/>
          </p:nvCxnSpPr>
          <p:spPr>
            <a:xfrm>
              <a:off x="1776" y="1872"/>
              <a:ext cx="336" cy="0"/>
            </a:xfrm>
            <a:prstGeom prst="straightConnector1">
              <a:avLst/>
            </a:prstGeom>
            <a:noFill/>
            <a:ln cap="flat" cmpd="sng" w="12700">
              <a:solidFill>
                <a:schemeClr val="dk1"/>
              </a:solidFill>
              <a:prstDash val="solid"/>
              <a:miter lim="800000"/>
              <a:headEnd len="med" w="med" type="none"/>
              <a:tailEnd len="med" w="med" type="none"/>
            </a:ln>
          </p:spPr>
        </p:cxnSp>
        <p:cxnSp>
          <p:nvCxnSpPr>
            <p:cNvPr id="436" name="Google Shape;436;p19"/>
            <p:cNvCxnSpPr/>
            <p:nvPr/>
          </p:nvCxnSpPr>
          <p:spPr>
            <a:xfrm>
              <a:off x="1776" y="2544"/>
              <a:ext cx="336" cy="0"/>
            </a:xfrm>
            <a:prstGeom prst="straightConnector1">
              <a:avLst/>
            </a:prstGeom>
            <a:noFill/>
            <a:ln cap="flat" cmpd="sng" w="12700">
              <a:solidFill>
                <a:schemeClr val="dk1"/>
              </a:solidFill>
              <a:prstDash val="solid"/>
              <a:miter lim="800000"/>
              <a:headEnd len="med" w="med" type="none"/>
              <a:tailEnd len="med" w="med" type="none"/>
            </a:ln>
          </p:spPr>
        </p:cxnSp>
        <p:cxnSp>
          <p:nvCxnSpPr>
            <p:cNvPr id="437" name="Google Shape;437;p19"/>
            <p:cNvCxnSpPr/>
            <p:nvPr/>
          </p:nvCxnSpPr>
          <p:spPr>
            <a:xfrm>
              <a:off x="1776" y="3216"/>
              <a:ext cx="336" cy="0"/>
            </a:xfrm>
            <a:prstGeom prst="straightConnector1">
              <a:avLst/>
            </a:prstGeom>
            <a:noFill/>
            <a:ln cap="flat" cmpd="sng" w="12700">
              <a:solidFill>
                <a:schemeClr val="dk1"/>
              </a:solidFill>
              <a:prstDash val="solid"/>
              <a:miter lim="800000"/>
              <a:headEnd len="med" w="med" type="none"/>
              <a:tailEnd len="med" w="med" type="none"/>
            </a:ln>
          </p:spPr>
        </p:cxnSp>
        <p:cxnSp>
          <p:nvCxnSpPr>
            <p:cNvPr id="438" name="Google Shape;438;p19"/>
            <p:cNvCxnSpPr/>
            <p:nvPr/>
          </p:nvCxnSpPr>
          <p:spPr>
            <a:xfrm>
              <a:off x="1920" y="1632"/>
              <a:ext cx="1728" cy="0"/>
            </a:xfrm>
            <a:prstGeom prst="straightConnector1">
              <a:avLst/>
            </a:prstGeom>
            <a:noFill/>
            <a:ln cap="flat" cmpd="sng" w="50800">
              <a:solidFill>
                <a:schemeClr val="dk1"/>
              </a:solidFill>
              <a:prstDash val="solid"/>
              <a:miter lim="800000"/>
              <a:headEnd len="med" w="med" type="none"/>
              <a:tailEnd len="med" w="med" type="stealth"/>
            </a:ln>
          </p:spPr>
        </p:cxnSp>
        <p:cxnSp>
          <p:nvCxnSpPr>
            <p:cNvPr id="439" name="Google Shape;439;p19"/>
            <p:cNvCxnSpPr/>
            <p:nvPr/>
          </p:nvCxnSpPr>
          <p:spPr>
            <a:xfrm>
              <a:off x="1968" y="2256"/>
              <a:ext cx="1680" cy="0"/>
            </a:xfrm>
            <a:prstGeom prst="straightConnector1">
              <a:avLst/>
            </a:prstGeom>
            <a:noFill/>
            <a:ln cap="flat" cmpd="sng" w="50800">
              <a:solidFill>
                <a:schemeClr val="dk1"/>
              </a:solidFill>
              <a:prstDash val="solid"/>
              <a:miter lim="800000"/>
              <a:headEnd len="med" w="med" type="none"/>
              <a:tailEnd len="med" w="med" type="stealth"/>
            </a:ln>
          </p:spPr>
        </p:cxnSp>
        <p:cxnSp>
          <p:nvCxnSpPr>
            <p:cNvPr id="440" name="Google Shape;440;p19"/>
            <p:cNvCxnSpPr/>
            <p:nvPr/>
          </p:nvCxnSpPr>
          <p:spPr>
            <a:xfrm>
              <a:off x="1968" y="3552"/>
              <a:ext cx="1008" cy="0"/>
            </a:xfrm>
            <a:prstGeom prst="straightConnector1">
              <a:avLst/>
            </a:prstGeom>
            <a:noFill/>
            <a:ln cap="flat" cmpd="sng" w="50800">
              <a:solidFill>
                <a:schemeClr val="dk1"/>
              </a:solidFill>
              <a:prstDash val="solid"/>
              <a:miter lim="800000"/>
              <a:headEnd len="med" w="med" type="none"/>
              <a:tailEnd len="med" w="med" type="stealth"/>
            </a:ln>
          </p:spPr>
        </p:cxnSp>
        <p:sp>
          <p:nvSpPr>
            <p:cNvPr id="441" name="Google Shape;441;p19"/>
            <p:cNvSpPr txBox="1"/>
            <p:nvPr/>
          </p:nvSpPr>
          <p:spPr>
            <a:xfrm>
              <a:off x="1776" y="2784"/>
              <a:ext cx="384" cy="231"/>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1800"/>
                <a:buFont typeface="Times New Roman"/>
                <a:buNone/>
              </a:pPr>
              <a:r>
                <a:rPr b="0" i="0" lang="en-US" sz="1800" u="none">
                  <a:solidFill>
                    <a:schemeClr val="lt2"/>
                  </a:solidFill>
                  <a:latin typeface="Times New Roman"/>
                  <a:ea typeface="Times New Roman"/>
                  <a:cs typeface="Times New Roman"/>
                  <a:sym typeface="Times New Roman"/>
                </a:rPr>
                <a:t>null</a:t>
              </a:r>
              <a:endParaRPr/>
            </a:p>
          </p:txBody>
        </p:sp>
        <p:sp>
          <p:nvSpPr>
            <p:cNvPr id="442" name="Google Shape;442;p19"/>
            <p:cNvSpPr txBox="1"/>
            <p:nvPr/>
          </p:nvSpPr>
          <p:spPr>
            <a:xfrm>
              <a:off x="3168" y="3888"/>
              <a:ext cx="12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43" name="Google Shape;443;p19"/>
            <p:cNvSpPr txBox="1"/>
            <p:nvPr/>
          </p:nvSpPr>
          <p:spPr>
            <a:xfrm>
              <a:off x="3652" y="1252"/>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44" name="Google Shape;444;p19"/>
            <p:cNvSpPr txBox="1"/>
            <p:nvPr/>
          </p:nvSpPr>
          <p:spPr>
            <a:xfrm>
              <a:off x="3648" y="1248"/>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1</a:t>
              </a:r>
              <a:endParaRPr/>
            </a:p>
          </p:txBody>
        </p:sp>
        <p:sp>
          <p:nvSpPr>
            <p:cNvPr id="445" name="Google Shape;445;p19"/>
            <p:cNvSpPr txBox="1"/>
            <p:nvPr/>
          </p:nvSpPr>
          <p:spPr>
            <a:xfrm>
              <a:off x="3844" y="1252"/>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46" name="Google Shape;446;p19"/>
            <p:cNvSpPr txBox="1"/>
            <p:nvPr/>
          </p:nvSpPr>
          <p:spPr>
            <a:xfrm>
              <a:off x="3652" y="1492"/>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47" name="Google Shape;447;p19"/>
            <p:cNvSpPr txBox="1"/>
            <p:nvPr/>
          </p:nvSpPr>
          <p:spPr>
            <a:xfrm>
              <a:off x="3844" y="1492"/>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48" name="Google Shape;448;p19"/>
            <p:cNvSpPr txBox="1"/>
            <p:nvPr/>
          </p:nvSpPr>
          <p:spPr>
            <a:xfrm>
              <a:off x="3840" y="1248"/>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449" name="Google Shape;449;p19"/>
            <p:cNvSpPr txBox="1"/>
            <p:nvPr/>
          </p:nvSpPr>
          <p:spPr>
            <a:xfrm>
              <a:off x="4036" y="1252"/>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50" name="Google Shape;450;p19"/>
            <p:cNvSpPr txBox="1"/>
            <p:nvPr/>
          </p:nvSpPr>
          <p:spPr>
            <a:xfrm>
              <a:off x="4022" y="1267"/>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451" name="Google Shape;451;p19"/>
            <p:cNvSpPr txBox="1"/>
            <p:nvPr/>
          </p:nvSpPr>
          <p:spPr>
            <a:xfrm>
              <a:off x="4996" y="1252"/>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52" name="Google Shape;452;p19"/>
            <p:cNvSpPr txBox="1"/>
            <p:nvPr/>
          </p:nvSpPr>
          <p:spPr>
            <a:xfrm>
              <a:off x="4992" y="1248"/>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1</a:t>
              </a:r>
              <a:endParaRPr/>
            </a:p>
          </p:txBody>
        </p:sp>
        <p:sp>
          <p:nvSpPr>
            <p:cNvPr id="453" name="Google Shape;453;p19"/>
            <p:cNvSpPr txBox="1"/>
            <p:nvPr/>
          </p:nvSpPr>
          <p:spPr>
            <a:xfrm>
              <a:off x="5188" y="1252"/>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54" name="Google Shape;454;p19"/>
            <p:cNvSpPr txBox="1"/>
            <p:nvPr/>
          </p:nvSpPr>
          <p:spPr>
            <a:xfrm>
              <a:off x="4996" y="1492"/>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55" name="Google Shape;455;p19"/>
            <p:cNvSpPr txBox="1"/>
            <p:nvPr/>
          </p:nvSpPr>
          <p:spPr>
            <a:xfrm>
              <a:off x="5188" y="1492"/>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56" name="Google Shape;456;p19"/>
            <p:cNvSpPr txBox="1"/>
            <p:nvPr/>
          </p:nvSpPr>
          <p:spPr>
            <a:xfrm>
              <a:off x="5184" y="1248"/>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5</a:t>
              </a:r>
              <a:endParaRPr/>
            </a:p>
          </p:txBody>
        </p:sp>
        <p:sp>
          <p:nvSpPr>
            <p:cNvPr id="457" name="Google Shape;457;p19"/>
            <p:cNvSpPr txBox="1"/>
            <p:nvPr/>
          </p:nvSpPr>
          <p:spPr>
            <a:xfrm>
              <a:off x="5380" y="1252"/>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58" name="Google Shape;458;p19"/>
            <p:cNvSpPr txBox="1"/>
            <p:nvPr/>
          </p:nvSpPr>
          <p:spPr>
            <a:xfrm>
              <a:off x="5366" y="1267"/>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459" name="Google Shape;459;p19"/>
            <p:cNvSpPr txBox="1"/>
            <p:nvPr/>
          </p:nvSpPr>
          <p:spPr>
            <a:xfrm>
              <a:off x="3652" y="1924"/>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60" name="Google Shape;460;p19"/>
            <p:cNvSpPr txBox="1"/>
            <p:nvPr/>
          </p:nvSpPr>
          <p:spPr>
            <a:xfrm>
              <a:off x="3648" y="1920"/>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461" name="Google Shape;461;p19"/>
            <p:cNvSpPr txBox="1"/>
            <p:nvPr/>
          </p:nvSpPr>
          <p:spPr>
            <a:xfrm>
              <a:off x="3844" y="1924"/>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62" name="Google Shape;462;p19"/>
            <p:cNvSpPr txBox="1"/>
            <p:nvPr/>
          </p:nvSpPr>
          <p:spPr>
            <a:xfrm>
              <a:off x="3652" y="2164"/>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63" name="Google Shape;463;p19"/>
            <p:cNvSpPr txBox="1"/>
            <p:nvPr/>
          </p:nvSpPr>
          <p:spPr>
            <a:xfrm>
              <a:off x="3844" y="2164"/>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64" name="Google Shape;464;p19"/>
            <p:cNvSpPr txBox="1"/>
            <p:nvPr/>
          </p:nvSpPr>
          <p:spPr>
            <a:xfrm>
              <a:off x="3840" y="1920"/>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465" name="Google Shape;465;p19"/>
            <p:cNvSpPr txBox="1"/>
            <p:nvPr/>
          </p:nvSpPr>
          <p:spPr>
            <a:xfrm>
              <a:off x="4036" y="1924"/>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66" name="Google Shape;466;p19"/>
            <p:cNvSpPr txBox="1"/>
            <p:nvPr/>
          </p:nvSpPr>
          <p:spPr>
            <a:xfrm>
              <a:off x="4022" y="1939"/>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5</a:t>
              </a:r>
              <a:endParaRPr/>
            </a:p>
          </p:txBody>
        </p:sp>
        <p:sp>
          <p:nvSpPr>
            <p:cNvPr id="467" name="Google Shape;467;p19"/>
            <p:cNvSpPr txBox="1"/>
            <p:nvPr/>
          </p:nvSpPr>
          <p:spPr>
            <a:xfrm>
              <a:off x="4420" y="1924"/>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68" name="Google Shape;468;p19"/>
            <p:cNvSpPr txBox="1"/>
            <p:nvPr/>
          </p:nvSpPr>
          <p:spPr>
            <a:xfrm>
              <a:off x="4416" y="1920"/>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469" name="Google Shape;469;p19"/>
            <p:cNvSpPr txBox="1"/>
            <p:nvPr/>
          </p:nvSpPr>
          <p:spPr>
            <a:xfrm>
              <a:off x="4612" y="1924"/>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70" name="Google Shape;470;p19"/>
            <p:cNvSpPr txBox="1"/>
            <p:nvPr/>
          </p:nvSpPr>
          <p:spPr>
            <a:xfrm>
              <a:off x="4420" y="2164"/>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71" name="Google Shape;471;p19"/>
            <p:cNvSpPr txBox="1"/>
            <p:nvPr/>
          </p:nvSpPr>
          <p:spPr>
            <a:xfrm>
              <a:off x="4612" y="2164"/>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72" name="Google Shape;472;p19"/>
            <p:cNvSpPr txBox="1"/>
            <p:nvPr/>
          </p:nvSpPr>
          <p:spPr>
            <a:xfrm>
              <a:off x="4608" y="1920"/>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473" name="Google Shape;473;p19"/>
            <p:cNvSpPr txBox="1"/>
            <p:nvPr/>
          </p:nvSpPr>
          <p:spPr>
            <a:xfrm>
              <a:off x="4804" y="1924"/>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74" name="Google Shape;474;p19"/>
            <p:cNvSpPr txBox="1"/>
            <p:nvPr/>
          </p:nvSpPr>
          <p:spPr>
            <a:xfrm>
              <a:off x="4790" y="1939"/>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7</a:t>
              </a:r>
              <a:endParaRPr/>
            </a:p>
          </p:txBody>
        </p:sp>
        <p:sp>
          <p:nvSpPr>
            <p:cNvPr id="475" name="Google Shape;475;p19"/>
            <p:cNvSpPr txBox="1"/>
            <p:nvPr/>
          </p:nvSpPr>
          <p:spPr>
            <a:xfrm>
              <a:off x="2980" y="3220"/>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76" name="Google Shape;476;p19"/>
            <p:cNvSpPr txBox="1"/>
            <p:nvPr/>
          </p:nvSpPr>
          <p:spPr>
            <a:xfrm>
              <a:off x="2976" y="321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477" name="Google Shape;477;p19"/>
            <p:cNvSpPr txBox="1"/>
            <p:nvPr/>
          </p:nvSpPr>
          <p:spPr>
            <a:xfrm>
              <a:off x="3172" y="3220"/>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78" name="Google Shape;478;p19"/>
            <p:cNvSpPr txBox="1"/>
            <p:nvPr/>
          </p:nvSpPr>
          <p:spPr>
            <a:xfrm>
              <a:off x="2980" y="3460"/>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79" name="Google Shape;479;p19"/>
            <p:cNvSpPr txBox="1"/>
            <p:nvPr/>
          </p:nvSpPr>
          <p:spPr>
            <a:xfrm>
              <a:off x="3172" y="3460"/>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80" name="Google Shape;480;p19"/>
            <p:cNvSpPr txBox="1"/>
            <p:nvPr/>
          </p:nvSpPr>
          <p:spPr>
            <a:xfrm>
              <a:off x="3168" y="3216"/>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481" name="Google Shape;481;p19"/>
            <p:cNvSpPr txBox="1"/>
            <p:nvPr/>
          </p:nvSpPr>
          <p:spPr>
            <a:xfrm>
              <a:off x="3364" y="3220"/>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82" name="Google Shape;482;p19"/>
            <p:cNvSpPr txBox="1"/>
            <p:nvPr/>
          </p:nvSpPr>
          <p:spPr>
            <a:xfrm>
              <a:off x="3350" y="3235"/>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483" name="Google Shape;483;p19"/>
            <p:cNvSpPr txBox="1"/>
            <p:nvPr/>
          </p:nvSpPr>
          <p:spPr>
            <a:xfrm>
              <a:off x="3652" y="3220"/>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84" name="Google Shape;484;p19"/>
            <p:cNvSpPr txBox="1"/>
            <p:nvPr/>
          </p:nvSpPr>
          <p:spPr>
            <a:xfrm>
              <a:off x="3648" y="321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485" name="Google Shape;485;p19"/>
            <p:cNvSpPr txBox="1"/>
            <p:nvPr/>
          </p:nvSpPr>
          <p:spPr>
            <a:xfrm>
              <a:off x="3844" y="3220"/>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86" name="Google Shape;486;p19"/>
            <p:cNvSpPr txBox="1"/>
            <p:nvPr/>
          </p:nvSpPr>
          <p:spPr>
            <a:xfrm>
              <a:off x="3652" y="3460"/>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87" name="Google Shape;487;p19"/>
            <p:cNvSpPr txBox="1"/>
            <p:nvPr/>
          </p:nvSpPr>
          <p:spPr>
            <a:xfrm>
              <a:off x="3844" y="3460"/>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88" name="Google Shape;488;p19"/>
            <p:cNvSpPr txBox="1"/>
            <p:nvPr/>
          </p:nvSpPr>
          <p:spPr>
            <a:xfrm>
              <a:off x="3840" y="3216"/>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489" name="Google Shape;489;p19"/>
            <p:cNvSpPr txBox="1"/>
            <p:nvPr/>
          </p:nvSpPr>
          <p:spPr>
            <a:xfrm>
              <a:off x="4036" y="3220"/>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490" name="Google Shape;490;p19"/>
            <p:cNvSpPr txBox="1"/>
            <p:nvPr/>
          </p:nvSpPr>
          <p:spPr>
            <a:xfrm>
              <a:off x="4022" y="3235"/>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6</a:t>
              </a:r>
              <a:endParaRPr/>
            </a:p>
          </p:txBody>
        </p:sp>
        <p:cxnSp>
          <p:nvCxnSpPr>
            <p:cNvPr id="491" name="Google Shape;491;p19"/>
            <p:cNvCxnSpPr/>
            <p:nvPr/>
          </p:nvCxnSpPr>
          <p:spPr>
            <a:xfrm>
              <a:off x="3936" y="1632"/>
              <a:ext cx="1056" cy="0"/>
            </a:xfrm>
            <a:prstGeom prst="straightConnector1">
              <a:avLst/>
            </a:prstGeom>
            <a:noFill/>
            <a:ln cap="flat" cmpd="sng" w="50800">
              <a:solidFill>
                <a:schemeClr val="dk1"/>
              </a:solidFill>
              <a:prstDash val="solid"/>
              <a:miter lim="800000"/>
              <a:headEnd len="med" w="med" type="none"/>
              <a:tailEnd len="med" w="med" type="stealth"/>
            </a:ln>
          </p:spPr>
        </p:cxnSp>
        <p:cxnSp>
          <p:nvCxnSpPr>
            <p:cNvPr id="492" name="Google Shape;492;p19"/>
            <p:cNvCxnSpPr/>
            <p:nvPr/>
          </p:nvCxnSpPr>
          <p:spPr>
            <a:xfrm>
              <a:off x="3936" y="2256"/>
              <a:ext cx="480" cy="0"/>
            </a:xfrm>
            <a:prstGeom prst="straightConnector1">
              <a:avLst/>
            </a:prstGeom>
            <a:noFill/>
            <a:ln cap="flat" cmpd="sng" w="50800">
              <a:solidFill>
                <a:schemeClr val="dk1"/>
              </a:solidFill>
              <a:prstDash val="solid"/>
              <a:miter lim="800000"/>
              <a:headEnd len="med" w="med" type="none"/>
              <a:tailEnd len="med" w="med" type="stealth"/>
            </a:ln>
          </p:spPr>
        </p:cxnSp>
        <p:cxnSp>
          <p:nvCxnSpPr>
            <p:cNvPr id="493" name="Google Shape;493;p19"/>
            <p:cNvCxnSpPr/>
            <p:nvPr/>
          </p:nvCxnSpPr>
          <p:spPr>
            <a:xfrm>
              <a:off x="3264" y="3552"/>
              <a:ext cx="384" cy="0"/>
            </a:xfrm>
            <a:prstGeom prst="straightConnector1">
              <a:avLst/>
            </a:prstGeom>
            <a:noFill/>
            <a:ln cap="flat" cmpd="sng" w="50800">
              <a:solidFill>
                <a:schemeClr val="dk1"/>
              </a:solidFill>
              <a:prstDash val="solid"/>
              <a:miter lim="800000"/>
              <a:headEnd len="med" w="med" type="none"/>
              <a:tailEnd len="med" w="med" type="stealth"/>
            </a:ln>
          </p:spPr>
        </p:cxnSp>
        <p:sp>
          <p:nvSpPr>
            <p:cNvPr id="494" name="Google Shape;494;p19"/>
            <p:cNvSpPr txBox="1"/>
            <p:nvPr/>
          </p:nvSpPr>
          <p:spPr>
            <a:xfrm>
              <a:off x="5174" y="1459"/>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a:t>
              </a:r>
              <a:endParaRPr/>
            </a:p>
          </p:txBody>
        </p:sp>
        <p:sp>
          <p:nvSpPr>
            <p:cNvPr id="495" name="Google Shape;495;p19"/>
            <p:cNvSpPr txBox="1"/>
            <p:nvPr/>
          </p:nvSpPr>
          <p:spPr>
            <a:xfrm>
              <a:off x="4598" y="2131"/>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a:t>
              </a:r>
              <a:endParaRPr/>
            </a:p>
          </p:txBody>
        </p:sp>
        <p:sp>
          <p:nvSpPr>
            <p:cNvPr id="496" name="Google Shape;496;p19"/>
            <p:cNvSpPr txBox="1"/>
            <p:nvPr/>
          </p:nvSpPr>
          <p:spPr>
            <a:xfrm>
              <a:off x="3830" y="3427"/>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20"/>
          <p:cNvSpPr txBox="1"/>
          <p:nvPr>
            <p:ph type="ctrTitle"/>
          </p:nvPr>
        </p:nvSpPr>
        <p:spPr>
          <a:xfrm>
            <a:off x="609600" y="0"/>
            <a:ext cx="7772400" cy="1219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Column Lists</a:t>
            </a:r>
            <a:endParaRPr/>
          </a:p>
        </p:txBody>
      </p:sp>
      <p:sp>
        <p:nvSpPr>
          <p:cNvPr id="502" name="Google Shape;502;p20"/>
          <p:cNvSpPr txBox="1"/>
          <p:nvPr>
            <p:ph idx="1" type="subTitle"/>
          </p:nvPr>
        </p:nvSpPr>
        <p:spPr>
          <a:xfrm>
            <a:off x="381000" y="1143000"/>
            <a:ext cx="1905000" cy="43434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0 0 3 0 </a:t>
            </a:r>
            <a:r>
              <a:rPr lang="en-US">
                <a:solidFill>
                  <a:schemeClr val="hlink"/>
                </a:solidFill>
              </a:rPr>
              <a:t>4</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0 0 5 7 0</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0 0 0 0 0</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0 2 6 0 0</a:t>
            </a:r>
            <a:endParaRPr/>
          </a:p>
        </p:txBody>
      </p:sp>
      <p:grpSp>
        <p:nvGrpSpPr>
          <p:cNvPr id="503" name="Google Shape;503;p20"/>
          <p:cNvGrpSpPr/>
          <p:nvPr/>
        </p:nvGrpSpPr>
        <p:grpSpPr>
          <a:xfrm>
            <a:off x="3511550" y="1371600"/>
            <a:ext cx="5397500" cy="5273675"/>
            <a:chOff x="2212" y="864"/>
            <a:chExt cx="3400" cy="3322"/>
          </a:xfrm>
        </p:grpSpPr>
        <p:sp>
          <p:nvSpPr>
            <p:cNvPr id="504" name="Google Shape;504;p20"/>
            <p:cNvSpPr txBox="1"/>
            <p:nvPr/>
          </p:nvSpPr>
          <p:spPr>
            <a:xfrm>
              <a:off x="3264" y="3936"/>
              <a:ext cx="1392"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05" name="Google Shape;505;p20"/>
            <p:cNvSpPr txBox="1"/>
            <p:nvPr/>
          </p:nvSpPr>
          <p:spPr>
            <a:xfrm>
              <a:off x="2212" y="868"/>
              <a:ext cx="3400" cy="184"/>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cxnSp>
          <p:nvCxnSpPr>
            <p:cNvPr id="506" name="Google Shape;506;p20"/>
            <p:cNvCxnSpPr/>
            <p:nvPr/>
          </p:nvCxnSpPr>
          <p:spPr>
            <a:xfrm>
              <a:off x="2880" y="864"/>
              <a:ext cx="0" cy="192"/>
            </a:xfrm>
            <a:prstGeom prst="straightConnector1">
              <a:avLst/>
            </a:prstGeom>
            <a:noFill/>
            <a:ln cap="flat" cmpd="sng" w="12700">
              <a:solidFill>
                <a:schemeClr val="dk1"/>
              </a:solidFill>
              <a:prstDash val="solid"/>
              <a:miter lim="800000"/>
              <a:headEnd len="med" w="med" type="none"/>
              <a:tailEnd len="med" w="med" type="none"/>
            </a:ln>
          </p:spPr>
        </p:cxnSp>
        <p:cxnSp>
          <p:nvCxnSpPr>
            <p:cNvPr id="507" name="Google Shape;507;p20"/>
            <p:cNvCxnSpPr/>
            <p:nvPr/>
          </p:nvCxnSpPr>
          <p:spPr>
            <a:xfrm>
              <a:off x="3504" y="864"/>
              <a:ext cx="0" cy="192"/>
            </a:xfrm>
            <a:prstGeom prst="straightConnector1">
              <a:avLst/>
            </a:prstGeom>
            <a:noFill/>
            <a:ln cap="flat" cmpd="sng" w="12700">
              <a:solidFill>
                <a:schemeClr val="dk1"/>
              </a:solidFill>
              <a:prstDash val="solid"/>
              <a:miter lim="800000"/>
              <a:headEnd len="med" w="med" type="none"/>
              <a:tailEnd len="med" w="med" type="none"/>
            </a:ln>
          </p:spPr>
        </p:cxnSp>
        <p:cxnSp>
          <p:nvCxnSpPr>
            <p:cNvPr id="508" name="Google Shape;508;p20"/>
            <p:cNvCxnSpPr/>
            <p:nvPr/>
          </p:nvCxnSpPr>
          <p:spPr>
            <a:xfrm>
              <a:off x="4224" y="864"/>
              <a:ext cx="0" cy="192"/>
            </a:xfrm>
            <a:prstGeom prst="straightConnector1">
              <a:avLst/>
            </a:prstGeom>
            <a:noFill/>
            <a:ln cap="flat" cmpd="sng" w="12700">
              <a:solidFill>
                <a:schemeClr val="dk1"/>
              </a:solidFill>
              <a:prstDash val="solid"/>
              <a:miter lim="800000"/>
              <a:headEnd len="med" w="med" type="none"/>
              <a:tailEnd len="med" w="med" type="none"/>
            </a:ln>
          </p:spPr>
        </p:cxnSp>
        <p:cxnSp>
          <p:nvCxnSpPr>
            <p:cNvPr id="509" name="Google Shape;509;p20"/>
            <p:cNvCxnSpPr/>
            <p:nvPr/>
          </p:nvCxnSpPr>
          <p:spPr>
            <a:xfrm>
              <a:off x="4896" y="864"/>
              <a:ext cx="0" cy="192"/>
            </a:xfrm>
            <a:prstGeom prst="straightConnector1">
              <a:avLst/>
            </a:prstGeom>
            <a:noFill/>
            <a:ln cap="flat" cmpd="sng" w="12700">
              <a:solidFill>
                <a:schemeClr val="dk1"/>
              </a:solidFill>
              <a:prstDash val="solid"/>
              <a:miter lim="800000"/>
              <a:headEnd len="med" w="med" type="none"/>
              <a:tailEnd len="med" w="med" type="none"/>
            </a:ln>
          </p:spPr>
        </p:cxnSp>
        <p:sp>
          <p:nvSpPr>
            <p:cNvPr id="510" name="Google Shape;510;p20"/>
            <p:cNvSpPr txBox="1"/>
            <p:nvPr/>
          </p:nvSpPr>
          <p:spPr>
            <a:xfrm>
              <a:off x="3652" y="1252"/>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11" name="Google Shape;511;p20"/>
            <p:cNvSpPr txBox="1"/>
            <p:nvPr/>
          </p:nvSpPr>
          <p:spPr>
            <a:xfrm>
              <a:off x="3648" y="1248"/>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1</a:t>
              </a:r>
              <a:endParaRPr/>
            </a:p>
          </p:txBody>
        </p:sp>
        <p:sp>
          <p:nvSpPr>
            <p:cNvPr id="512" name="Google Shape;512;p20"/>
            <p:cNvSpPr txBox="1"/>
            <p:nvPr/>
          </p:nvSpPr>
          <p:spPr>
            <a:xfrm>
              <a:off x="3844" y="1252"/>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13" name="Google Shape;513;p20"/>
            <p:cNvSpPr txBox="1"/>
            <p:nvPr/>
          </p:nvSpPr>
          <p:spPr>
            <a:xfrm>
              <a:off x="3652" y="1492"/>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14" name="Google Shape;514;p20"/>
            <p:cNvSpPr txBox="1"/>
            <p:nvPr/>
          </p:nvSpPr>
          <p:spPr>
            <a:xfrm>
              <a:off x="3844" y="1492"/>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15" name="Google Shape;515;p20"/>
            <p:cNvSpPr txBox="1"/>
            <p:nvPr/>
          </p:nvSpPr>
          <p:spPr>
            <a:xfrm>
              <a:off x="3840" y="1248"/>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516" name="Google Shape;516;p20"/>
            <p:cNvSpPr txBox="1"/>
            <p:nvPr/>
          </p:nvSpPr>
          <p:spPr>
            <a:xfrm>
              <a:off x="4036" y="1252"/>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17" name="Google Shape;517;p20"/>
            <p:cNvSpPr txBox="1"/>
            <p:nvPr/>
          </p:nvSpPr>
          <p:spPr>
            <a:xfrm>
              <a:off x="4022" y="1267"/>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518" name="Google Shape;518;p20"/>
            <p:cNvSpPr txBox="1"/>
            <p:nvPr/>
          </p:nvSpPr>
          <p:spPr>
            <a:xfrm>
              <a:off x="4996" y="1252"/>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19" name="Google Shape;519;p20"/>
            <p:cNvSpPr txBox="1"/>
            <p:nvPr/>
          </p:nvSpPr>
          <p:spPr>
            <a:xfrm>
              <a:off x="4992" y="1248"/>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1</a:t>
              </a:r>
              <a:endParaRPr/>
            </a:p>
          </p:txBody>
        </p:sp>
        <p:sp>
          <p:nvSpPr>
            <p:cNvPr id="520" name="Google Shape;520;p20"/>
            <p:cNvSpPr txBox="1"/>
            <p:nvPr/>
          </p:nvSpPr>
          <p:spPr>
            <a:xfrm>
              <a:off x="5188" y="1252"/>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21" name="Google Shape;521;p20"/>
            <p:cNvSpPr txBox="1"/>
            <p:nvPr/>
          </p:nvSpPr>
          <p:spPr>
            <a:xfrm>
              <a:off x="4996" y="1492"/>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22" name="Google Shape;522;p20"/>
            <p:cNvSpPr txBox="1"/>
            <p:nvPr/>
          </p:nvSpPr>
          <p:spPr>
            <a:xfrm>
              <a:off x="5188" y="1492"/>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23" name="Google Shape;523;p20"/>
            <p:cNvSpPr txBox="1"/>
            <p:nvPr/>
          </p:nvSpPr>
          <p:spPr>
            <a:xfrm>
              <a:off x="5184" y="1248"/>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5</a:t>
              </a:r>
              <a:endParaRPr/>
            </a:p>
          </p:txBody>
        </p:sp>
        <p:sp>
          <p:nvSpPr>
            <p:cNvPr id="524" name="Google Shape;524;p20"/>
            <p:cNvSpPr txBox="1"/>
            <p:nvPr/>
          </p:nvSpPr>
          <p:spPr>
            <a:xfrm>
              <a:off x="5380" y="1252"/>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25" name="Google Shape;525;p20"/>
            <p:cNvSpPr txBox="1"/>
            <p:nvPr/>
          </p:nvSpPr>
          <p:spPr>
            <a:xfrm>
              <a:off x="5366" y="1267"/>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526" name="Google Shape;526;p20"/>
            <p:cNvSpPr txBox="1"/>
            <p:nvPr/>
          </p:nvSpPr>
          <p:spPr>
            <a:xfrm>
              <a:off x="3652" y="1924"/>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27" name="Google Shape;527;p20"/>
            <p:cNvSpPr txBox="1"/>
            <p:nvPr/>
          </p:nvSpPr>
          <p:spPr>
            <a:xfrm>
              <a:off x="3648" y="1920"/>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528" name="Google Shape;528;p20"/>
            <p:cNvSpPr txBox="1"/>
            <p:nvPr/>
          </p:nvSpPr>
          <p:spPr>
            <a:xfrm>
              <a:off x="3844" y="1924"/>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29" name="Google Shape;529;p20"/>
            <p:cNvSpPr txBox="1"/>
            <p:nvPr/>
          </p:nvSpPr>
          <p:spPr>
            <a:xfrm>
              <a:off x="3652" y="2164"/>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30" name="Google Shape;530;p20"/>
            <p:cNvSpPr txBox="1"/>
            <p:nvPr/>
          </p:nvSpPr>
          <p:spPr>
            <a:xfrm>
              <a:off x="3844" y="2164"/>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31" name="Google Shape;531;p20"/>
            <p:cNvSpPr txBox="1"/>
            <p:nvPr/>
          </p:nvSpPr>
          <p:spPr>
            <a:xfrm>
              <a:off x="3840" y="1920"/>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532" name="Google Shape;532;p20"/>
            <p:cNvSpPr txBox="1"/>
            <p:nvPr/>
          </p:nvSpPr>
          <p:spPr>
            <a:xfrm>
              <a:off x="4036" y="1924"/>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33" name="Google Shape;533;p20"/>
            <p:cNvSpPr txBox="1"/>
            <p:nvPr/>
          </p:nvSpPr>
          <p:spPr>
            <a:xfrm>
              <a:off x="4022" y="1939"/>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5</a:t>
              </a:r>
              <a:endParaRPr/>
            </a:p>
          </p:txBody>
        </p:sp>
        <p:sp>
          <p:nvSpPr>
            <p:cNvPr id="534" name="Google Shape;534;p20"/>
            <p:cNvSpPr txBox="1"/>
            <p:nvPr/>
          </p:nvSpPr>
          <p:spPr>
            <a:xfrm>
              <a:off x="4420" y="1924"/>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35" name="Google Shape;535;p20"/>
            <p:cNvSpPr txBox="1"/>
            <p:nvPr/>
          </p:nvSpPr>
          <p:spPr>
            <a:xfrm>
              <a:off x="4416" y="1920"/>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536" name="Google Shape;536;p20"/>
            <p:cNvSpPr txBox="1"/>
            <p:nvPr/>
          </p:nvSpPr>
          <p:spPr>
            <a:xfrm>
              <a:off x="4612" y="1924"/>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37" name="Google Shape;537;p20"/>
            <p:cNvSpPr txBox="1"/>
            <p:nvPr/>
          </p:nvSpPr>
          <p:spPr>
            <a:xfrm>
              <a:off x="4420" y="2164"/>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38" name="Google Shape;538;p20"/>
            <p:cNvSpPr txBox="1"/>
            <p:nvPr/>
          </p:nvSpPr>
          <p:spPr>
            <a:xfrm>
              <a:off x="4612" y="2164"/>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39" name="Google Shape;539;p20"/>
            <p:cNvSpPr txBox="1"/>
            <p:nvPr/>
          </p:nvSpPr>
          <p:spPr>
            <a:xfrm>
              <a:off x="4608" y="1920"/>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540" name="Google Shape;540;p20"/>
            <p:cNvSpPr txBox="1"/>
            <p:nvPr/>
          </p:nvSpPr>
          <p:spPr>
            <a:xfrm>
              <a:off x="4804" y="1924"/>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41" name="Google Shape;541;p20"/>
            <p:cNvSpPr txBox="1"/>
            <p:nvPr/>
          </p:nvSpPr>
          <p:spPr>
            <a:xfrm>
              <a:off x="4790" y="1939"/>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7</a:t>
              </a:r>
              <a:endParaRPr/>
            </a:p>
          </p:txBody>
        </p:sp>
        <p:sp>
          <p:nvSpPr>
            <p:cNvPr id="542" name="Google Shape;542;p20"/>
            <p:cNvSpPr txBox="1"/>
            <p:nvPr/>
          </p:nvSpPr>
          <p:spPr>
            <a:xfrm>
              <a:off x="2980" y="3220"/>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43" name="Google Shape;543;p20"/>
            <p:cNvSpPr txBox="1"/>
            <p:nvPr/>
          </p:nvSpPr>
          <p:spPr>
            <a:xfrm>
              <a:off x="2976" y="321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544" name="Google Shape;544;p20"/>
            <p:cNvSpPr txBox="1"/>
            <p:nvPr/>
          </p:nvSpPr>
          <p:spPr>
            <a:xfrm>
              <a:off x="3172" y="3220"/>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45" name="Google Shape;545;p20"/>
            <p:cNvSpPr txBox="1"/>
            <p:nvPr/>
          </p:nvSpPr>
          <p:spPr>
            <a:xfrm>
              <a:off x="2980" y="3460"/>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46" name="Google Shape;546;p20"/>
            <p:cNvSpPr txBox="1"/>
            <p:nvPr/>
          </p:nvSpPr>
          <p:spPr>
            <a:xfrm>
              <a:off x="3172" y="3460"/>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47" name="Google Shape;547;p20"/>
            <p:cNvSpPr txBox="1"/>
            <p:nvPr/>
          </p:nvSpPr>
          <p:spPr>
            <a:xfrm>
              <a:off x="3168" y="3216"/>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548" name="Google Shape;548;p20"/>
            <p:cNvSpPr txBox="1"/>
            <p:nvPr/>
          </p:nvSpPr>
          <p:spPr>
            <a:xfrm>
              <a:off x="3364" y="3220"/>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49" name="Google Shape;549;p20"/>
            <p:cNvSpPr txBox="1"/>
            <p:nvPr/>
          </p:nvSpPr>
          <p:spPr>
            <a:xfrm>
              <a:off x="3350" y="3235"/>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550" name="Google Shape;550;p20"/>
            <p:cNvSpPr txBox="1"/>
            <p:nvPr/>
          </p:nvSpPr>
          <p:spPr>
            <a:xfrm>
              <a:off x="3652" y="3220"/>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51" name="Google Shape;551;p20"/>
            <p:cNvSpPr txBox="1"/>
            <p:nvPr/>
          </p:nvSpPr>
          <p:spPr>
            <a:xfrm>
              <a:off x="3648" y="321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552" name="Google Shape;552;p20"/>
            <p:cNvSpPr txBox="1"/>
            <p:nvPr/>
          </p:nvSpPr>
          <p:spPr>
            <a:xfrm>
              <a:off x="3844" y="3220"/>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53" name="Google Shape;553;p20"/>
            <p:cNvSpPr txBox="1"/>
            <p:nvPr/>
          </p:nvSpPr>
          <p:spPr>
            <a:xfrm>
              <a:off x="3652" y="3460"/>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54" name="Google Shape;554;p20"/>
            <p:cNvSpPr txBox="1"/>
            <p:nvPr/>
          </p:nvSpPr>
          <p:spPr>
            <a:xfrm>
              <a:off x="3844" y="3460"/>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55" name="Google Shape;555;p20"/>
            <p:cNvSpPr txBox="1"/>
            <p:nvPr/>
          </p:nvSpPr>
          <p:spPr>
            <a:xfrm>
              <a:off x="3840" y="3216"/>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556" name="Google Shape;556;p20"/>
            <p:cNvSpPr txBox="1"/>
            <p:nvPr/>
          </p:nvSpPr>
          <p:spPr>
            <a:xfrm>
              <a:off x="4036" y="3220"/>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57" name="Google Shape;557;p20"/>
            <p:cNvSpPr txBox="1"/>
            <p:nvPr/>
          </p:nvSpPr>
          <p:spPr>
            <a:xfrm>
              <a:off x="4022" y="3235"/>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6</a:t>
              </a:r>
              <a:endParaRPr/>
            </a:p>
          </p:txBody>
        </p:sp>
        <p:cxnSp>
          <p:nvCxnSpPr>
            <p:cNvPr id="558" name="Google Shape;558;p20"/>
            <p:cNvCxnSpPr/>
            <p:nvPr/>
          </p:nvCxnSpPr>
          <p:spPr>
            <a:xfrm rot="10800000">
              <a:off x="3072" y="960"/>
              <a:ext cx="0" cy="2208"/>
            </a:xfrm>
            <a:prstGeom prst="straightConnector1">
              <a:avLst/>
            </a:prstGeom>
            <a:noFill/>
            <a:ln cap="flat" cmpd="sng" w="57150">
              <a:solidFill>
                <a:schemeClr val="dk2"/>
              </a:solidFill>
              <a:prstDash val="solid"/>
              <a:miter lim="800000"/>
              <a:headEnd len="med" w="med" type="stealth"/>
              <a:tailEnd len="med" w="med" type="none"/>
            </a:ln>
          </p:spPr>
        </p:cxnSp>
        <p:cxnSp>
          <p:nvCxnSpPr>
            <p:cNvPr id="559" name="Google Shape;559;p20"/>
            <p:cNvCxnSpPr/>
            <p:nvPr/>
          </p:nvCxnSpPr>
          <p:spPr>
            <a:xfrm>
              <a:off x="3696" y="960"/>
              <a:ext cx="0" cy="288"/>
            </a:xfrm>
            <a:prstGeom prst="straightConnector1">
              <a:avLst/>
            </a:prstGeom>
            <a:noFill/>
            <a:ln cap="flat" cmpd="sng" w="57150">
              <a:solidFill>
                <a:schemeClr val="dk2"/>
              </a:solidFill>
              <a:prstDash val="solid"/>
              <a:miter lim="800000"/>
              <a:headEnd len="med" w="med" type="none"/>
              <a:tailEnd len="med" w="med" type="stealth"/>
            </a:ln>
          </p:spPr>
        </p:cxnSp>
        <p:cxnSp>
          <p:nvCxnSpPr>
            <p:cNvPr id="560" name="Google Shape;560;p20"/>
            <p:cNvCxnSpPr/>
            <p:nvPr/>
          </p:nvCxnSpPr>
          <p:spPr>
            <a:xfrm>
              <a:off x="3696" y="1632"/>
              <a:ext cx="0" cy="288"/>
            </a:xfrm>
            <a:prstGeom prst="straightConnector1">
              <a:avLst/>
            </a:prstGeom>
            <a:noFill/>
            <a:ln cap="flat" cmpd="sng" w="57150">
              <a:solidFill>
                <a:schemeClr val="dk2"/>
              </a:solidFill>
              <a:prstDash val="solid"/>
              <a:miter lim="800000"/>
              <a:headEnd len="med" w="med" type="none"/>
              <a:tailEnd len="med" w="med" type="stealth"/>
            </a:ln>
          </p:spPr>
        </p:cxnSp>
        <p:cxnSp>
          <p:nvCxnSpPr>
            <p:cNvPr id="561" name="Google Shape;561;p20"/>
            <p:cNvCxnSpPr/>
            <p:nvPr/>
          </p:nvCxnSpPr>
          <p:spPr>
            <a:xfrm>
              <a:off x="3696" y="2304"/>
              <a:ext cx="0" cy="912"/>
            </a:xfrm>
            <a:prstGeom prst="straightConnector1">
              <a:avLst/>
            </a:prstGeom>
            <a:noFill/>
            <a:ln cap="flat" cmpd="sng" w="50800">
              <a:solidFill>
                <a:schemeClr val="dk2"/>
              </a:solidFill>
              <a:prstDash val="solid"/>
              <a:miter lim="800000"/>
              <a:headEnd len="med" w="med" type="none"/>
              <a:tailEnd len="med" w="med" type="stealth"/>
            </a:ln>
          </p:spPr>
        </p:cxnSp>
        <p:cxnSp>
          <p:nvCxnSpPr>
            <p:cNvPr id="562" name="Google Shape;562;p20"/>
            <p:cNvCxnSpPr/>
            <p:nvPr/>
          </p:nvCxnSpPr>
          <p:spPr>
            <a:xfrm>
              <a:off x="4512" y="960"/>
              <a:ext cx="0" cy="912"/>
            </a:xfrm>
            <a:prstGeom prst="straightConnector1">
              <a:avLst/>
            </a:prstGeom>
            <a:noFill/>
            <a:ln cap="flat" cmpd="sng" w="50800">
              <a:solidFill>
                <a:schemeClr val="dk2"/>
              </a:solidFill>
              <a:prstDash val="solid"/>
              <a:miter lim="800000"/>
              <a:headEnd len="med" w="med" type="none"/>
              <a:tailEnd len="med" w="med" type="stealth"/>
            </a:ln>
          </p:spPr>
        </p:cxnSp>
        <p:cxnSp>
          <p:nvCxnSpPr>
            <p:cNvPr id="563" name="Google Shape;563;p20"/>
            <p:cNvCxnSpPr/>
            <p:nvPr/>
          </p:nvCxnSpPr>
          <p:spPr>
            <a:xfrm>
              <a:off x="5088" y="960"/>
              <a:ext cx="0" cy="288"/>
            </a:xfrm>
            <a:prstGeom prst="straightConnector1">
              <a:avLst/>
            </a:prstGeom>
            <a:noFill/>
            <a:ln cap="flat" cmpd="sng" w="57150">
              <a:solidFill>
                <a:schemeClr val="dk2"/>
              </a:solidFill>
              <a:prstDash val="solid"/>
              <a:miter lim="800000"/>
              <a:headEnd len="med" w="med" type="none"/>
              <a:tailEnd len="med" w="med" type="stealth"/>
            </a:ln>
          </p:spPr>
        </p:cxnSp>
        <p:sp>
          <p:nvSpPr>
            <p:cNvPr id="564" name="Google Shape;564;p20"/>
            <p:cNvSpPr txBox="1"/>
            <p:nvPr/>
          </p:nvSpPr>
          <p:spPr>
            <a:xfrm>
              <a:off x="4982" y="1459"/>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a:t>
              </a:r>
              <a:endParaRPr/>
            </a:p>
          </p:txBody>
        </p:sp>
        <p:sp>
          <p:nvSpPr>
            <p:cNvPr id="565" name="Google Shape;565;p20"/>
            <p:cNvSpPr txBox="1"/>
            <p:nvPr/>
          </p:nvSpPr>
          <p:spPr>
            <a:xfrm>
              <a:off x="3638" y="3427"/>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a:t>
              </a:r>
              <a:endParaRPr/>
            </a:p>
          </p:txBody>
        </p:sp>
        <p:sp>
          <p:nvSpPr>
            <p:cNvPr id="566" name="Google Shape;566;p20"/>
            <p:cNvSpPr txBox="1"/>
            <p:nvPr/>
          </p:nvSpPr>
          <p:spPr>
            <a:xfrm>
              <a:off x="2966" y="3475"/>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21"/>
          <p:cNvSpPr txBox="1"/>
          <p:nvPr>
            <p:ph type="ctrTitle"/>
          </p:nvPr>
        </p:nvSpPr>
        <p:spPr>
          <a:xfrm>
            <a:off x="609600" y="0"/>
            <a:ext cx="7772400" cy="1219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Orthogonal Lists</a:t>
            </a:r>
            <a:endParaRPr/>
          </a:p>
        </p:txBody>
      </p:sp>
      <p:sp>
        <p:nvSpPr>
          <p:cNvPr id="572" name="Google Shape;572;p21"/>
          <p:cNvSpPr txBox="1"/>
          <p:nvPr>
            <p:ph idx="1" type="subTitle"/>
          </p:nvPr>
        </p:nvSpPr>
        <p:spPr>
          <a:xfrm>
            <a:off x="381000" y="1143000"/>
            <a:ext cx="1752600" cy="43434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0 0 3 0 </a:t>
            </a:r>
            <a:r>
              <a:rPr b="0" i="0" lang="en-US" sz="3200" u="none">
                <a:solidFill>
                  <a:schemeClr val="hlink"/>
                </a:solidFill>
                <a:latin typeface="Times New Roman"/>
                <a:ea typeface="Times New Roman"/>
                <a:cs typeface="Times New Roman"/>
                <a:sym typeface="Times New Roman"/>
              </a:rPr>
              <a:t>4</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0 0 5 7 0</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0 0 0 0 0</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0 2 6 0 0</a:t>
            </a:r>
            <a:endParaRPr/>
          </a:p>
        </p:txBody>
      </p:sp>
      <p:grpSp>
        <p:nvGrpSpPr>
          <p:cNvPr id="573" name="Google Shape;573;p21"/>
          <p:cNvGrpSpPr/>
          <p:nvPr/>
        </p:nvGrpSpPr>
        <p:grpSpPr>
          <a:xfrm>
            <a:off x="2667000" y="1371600"/>
            <a:ext cx="6242050" cy="5197475"/>
            <a:chOff x="1680" y="864"/>
            <a:chExt cx="3932" cy="3274"/>
          </a:xfrm>
        </p:grpSpPr>
        <p:sp>
          <p:nvSpPr>
            <p:cNvPr id="574" name="Google Shape;574;p21"/>
            <p:cNvSpPr txBox="1"/>
            <p:nvPr/>
          </p:nvSpPr>
          <p:spPr>
            <a:xfrm>
              <a:off x="1780" y="1300"/>
              <a:ext cx="328" cy="2488"/>
            </a:xfrm>
            <a:prstGeom prst="rect">
              <a:avLst/>
            </a:prstGeom>
            <a:noFill/>
            <a:ln cap="flat" cmpd="sng" w="12700">
              <a:solidFill>
                <a:srgbClr val="FF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cxnSp>
          <p:nvCxnSpPr>
            <p:cNvPr id="575" name="Google Shape;575;p21"/>
            <p:cNvCxnSpPr/>
            <p:nvPr/>
          </p:nvCxnSpPr>
          <p:spPr>
            <a:xfrm>
              <a:off x="1776" y="1872"/>
              <a:ext cx="336" cy="0"/>
            </a:xfrm>
            <a:prstGeom prst="straightConnector1">
              <a:avLst/>
            </a:prstGeom>
            <a:noFill/>
            <a:ln cap="flat" cmpd="sng" w="12700">
              <a:solidFill>
                <a:schemeClr val="dk1"/>
              </a:solidFill>
              <a:prstDash val="solid"/>
              <a:miter lim="800000"/>
              <a:headEnd len="med" w="med" type="none"/>
              <a:tailEnd len="med" w="med" type="none"/>
            </a:ln>
          </p:spPr>
        </p:cxnSp>
        <p:cxnSp>
          <p:nvCxnSpPr>
            <p:cNvPr id="576" name="Google Shape;576;p21"/>
            <p:cNvCxnSpPr/>
            <p:nvPr/>
          </p:nvCxnSpPr>
          <p:spPr>
            <a:xfrm>
              <a:off x="1776" y="2544"/>
              <a:ext cx="336" cy="0"/>
            </a:xfrm>
            <a:prstGeom prst="straightConnector1">
              <a:avLst/>
            </a:prstGeom>
            <a:noFill/>
            <a:ln cap="flat" cmpd="sng" w="12700">
              <a:solidFill>
                <a:schemeClr val="dk1"/>
              </a:solidFill>
              <a:prstDash val="solid"/>
              <a:miter lim="800000"/>
              <a:headEnd len="med" w="med" type="none"/>
              <a:tailEnd len="med" w="med" type="none"/>
            </a:ln>
          </p:spPr>
        </p:cxnSp>
        <p:cxnSp>
          <p:nvCxnSpPr>
            <p:cNvPr id="577" name="Google Shape;577;p21"/>
            <p:cNvCxnSpPr/>
            <p:nvPr/>
          </p:nvCxnSpPr>
          <p:spPr>
            <a:xfrm>
              <a:off x="1776" y="3216"/>
              <a:ext cx="336" cy="0"/>
            </a:xfrm>
            <a:prstGeom prst="straightConnector1">
              <a:avLst/>
            </a:prstGeom>
            <a:noFill/>
            <a:ln cap="flat" cmpd="sng" w="12700">
              <a:solidFill>
                <a:schemeClr val="dk1"/>
              </a:solidFill>
              <a:prstDash val="solid"/>
              <a:miter lim="800000"/>
              <a:headEnd len="med" w="med" type="none"/>
              <a:tailEnd len="med" w="med" type="none"/>
            </a:ln>
          </p:spPr>
        </p:cxnSp>
        <p:cxnSp>
          <p:nvCxnSpPr>
            <p:cNvPr id="578" name="Google Shape;578;p21"/>
            <p:cNvCxnSpPr/>
            <p:nvPr/>
          </p:nvCxnSpPr>
          <p:spPr>
            <a:xfrm>
              <a:off x="1920" y="1632"/>
              <a:ext cx="1728" cy="0"/>
            </a:xfrm>
            <a:prstGeom prst="straightConnector1">
              <a:avLst/>
            </a:prstGeom>
            <a:noFill/>
            <a:ln cap="flat" cmpd="sng" w="50800">
              <a:solidFill>
                <a:schemeClr val="dk1"/>
              </a:solidFill>
              <a:prstDash val="solid"/>
              <a:miter lim="800000"/>
              <a:headEnd len="med" w="med" type="none"/>
              <a:tailEnd len="med" w="med" type="stealth"/>
            </a:ln>
          </p:spPr>
        </p:cxnSp>
        <p:cxnSp>
          <p:nvCxnSpPr>
            <p:cNvPr id="579" name="Google Shape;579;p21"/>
            <p:cNvCxnSpPr/>
            <p:nvPr/>
          </p:nvCxnSpPr>
          <p:spPr>
            <a:xfrm>
              <a:off x="1968" y="2256"/>
              <a:ext cx="1680" cy="0"/>
            </a:xfrm>
            <a:prstGeom prst="straightConnector1">
              <a:avLst/>
            </a:prstGeom>
            <a:noFill/>
            <a:ln cap="flat" cmpd="sng" w="50800">
              <a:solidFill>
                <a:schemeClr val="dk1"/>
              </a:solidFill>
              <a:prstDash val="solid"/>
              <a:miter lim="800000"/>
              <a:headEnd len="med" w="med" type="none"/>
              <a:tailEnd len="med" w="med" type="stealth"/>
            </a:ln>
          </p:spPr>
        </p:cxnSp>
        <p:cxnSp>
          <p:nvCxnSpPr>
            <p:cNvPr id="580" name="Google Shape;580;p21"/>
            <p:cNvCxnSpPr/>
            <p:nvPr/>
          </p:nvCxnSpPr>
          <p:spPr>
            <a:xfrm>
              <a:off x="1968" y="3552"/>
              <a:ext cx="1008" cy="0"/>
            </a:xfrm>
            <a:prstGeom prst="straightConnector1">
              <a:avLst/>
            </a:prstGeom>
            <a:noFill/>
            <a:ln cap="flat" cmpd="sng" w="50800">
              <a:solidFill>
                <a:schemeClr val="dk1"/>
              </a:solidFill>
              <a:prstDash val="solid"/>
              <a:miter lim="800000"/>
              <a:headEnd len="med" w="med" type="none"/>
              <a:tailEnd len="med" w="med" type="stealth"/>
            </a:ln>
          </p:spPr>
        </p:cxnSp>
        <p:sp>
          <p:nvSpPr>
            <p:cNvPr id="581" name="Google Shape;581;p21"/>
            <p:cNvSpPr txBox="1"/>
            <p:nvPr/>
          </p:nvSpPr>
          <p:spPr>
            <a:xfrm>
              <a:off x="1776" y="2784"/>
              <a:ext cx="384" cy="231"/>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1800"/>
                <a:buFont typeface="Times New Roman"/>
                <a:buNone/>
              </a:pPr>
              <a:r>
                <a:rPr b="0" i="0" lang="en-US" sz="1800" u="none">
                  <a:solidFill>
                    <a:schemeClr val="lt2"/>
                  </a:solidFill>
                  <a:latin typeface="Times New Roman"/>
                  <a:ea typeface="Times New Roman"/>
                  <a:cs typeface="Times New Roman"/>
                  <a:sym typeface="Times New Roman"/>
                </a:rPr>
                <a:t>null</a:t>
              </a:r>
              <a:endParaRPr/>
            </a:p>
          </p:txBody>
        </p:sp>
        <p:sp>
          <p:nvSpPr>
            <p:cNvPr id="582" name="Google Shape;582;p21"/>
            <p:cNvSpPr txBox="1"/>
            <p:nvPr/>
          </p:nvSpPr>
          <p:spPr>
            <a:xfrm>
              <a:off x="1680" y="3888"/>
              <a:ext cx="62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row[]</a:t>
              </a:r>
              <a:endParaRPr/>
            </a:p>
          </p:txBody>
        </p:sp>
        <p:sp>
          <p:nvSpPr>
            <p:cNvPr id="583" name="Google Shape;583;p21"/>
            <p:cNvSpPr txBox="1"/>
            <p:nvPr/>
          </p:nvSpPr>
          <p:spPr>
            <a:xfrm>
              <a:off x="2212" y="868"/>
              <a:ext cx="3400" cy="184"/>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cxnSp>
          <p:nvCxnSpPr>
            <p:cNvPr id="584" name="Google Shape;584;p21"/>
            <p:cNvCxnSpPr/>
            <p:nvPr/>
          </p:nvCxnSpPr>
          <p:spPr>
            <a:xfrm>
              <a:off x="2880" y="864"/>
              <a:ext cx="0" cy="192"/>
            </a:xfrm>
            <a:prstGeom prst="straightConnector1">
              <a:avLst/>
            </a:prstGeom>
            <a:noFill/>
            <a:ln cap="flat" cmpd="sng" w="12700">
              <a:solidFill>
                <a:schemeClr val="dk1"/>
              </a:solidFill>
              <a:prstDash val="solid"/>
              <a:miter lim="800000"/>
              <a:headEnd len="med" w="med" type="none"/>
              <a:tailEnd len="med" w="med" type="none"/>
            </a:ln>
          </p:spPr>
        </p:cxnSp>
        <p:cxnSp>
          <p:nvCxnSpPr>
            <p:cNvPr id="585" name="Google Shape;585;p21"/>
            <p:cNvCxnSpPr/>
            <p:nvPr/>
          </p:nvCxnSpPr>
          <p:spPr>
            <a:xfrm>
              <a:off x="3504" y="864"/>
              <a:ext cx="0" cy="192"/>
            </a:xfrm>
            <a:prstGeom prst="straightConnector1">
              <a:avLst/>
            </a:prstGeom>
            <a:noFill/>
            <a:ln cap="flat" cmpd="sng" w="12700">
              <a:solidFill>
                <a:schemeClr val="dk1"/>
              </a:solidFill>
              <a:prstDash val="solid"/>
              <a:miter lim="800000"/>
              <a:headEnd len="med" w="med" type="none"/>
              <a:tailEnd len="med" w="med" type="none"/>
            </a:ln>
          </p:spPr>
        </p:cxnSp>
        <p:cxnSp>
          <p:nvCxnSpPr>
            <p:cNvPr id="586" name="Google Shape;586;p21"/>
            <p:cNvCxnSpPr/>
            <p:nvPr/>
          </p:nvCxnSpPr>
          <p:spPr>
            <a:xfrm>
              <a:off x="4224" y="864"/>
              <a:ext cx="0" cy="192"/>
            </a:xfrm>
            <a:prstGeom prst="straightConnector1">
              <a:avLst/>
            </a:prstGeom>
            <a:noFill/>
            <a:ln cap="flat" cmpd="sng" w="12700">
              <a:solidFill>
                <a:schemeClr val="dk1"/>
              </a:solidFill>
              <a:prstDash val="solid"/>
              <a:miter lim="800000"/>
              <a:headEnd len="med" w="med" type="none"/>
              <a:tailEnd len="med" w="med" type="none"/>
            </a:ln>
          </p:spPr>
        </p:cxnSp>
        <p:cxnSp>
          <p:nvCxnSpPr>
            <p:cNvPr id="587" name="Google Shape;587;p21"/>
            <p:cNvCxnSpPr/>
            <p:nvPr/>
          </p:nvCxnSpPr>
          <p:spPr>
            <a:xfrm>
              <a:off x="4896" y="864"/>
              <a:ext cx="0" cy="192"/>
            </a:xfrm>
            <a:prstGeom prst="straightConnector1">
              <a:avLst/>
            </a:prstGeom>
            <a:noFill/>
            <a:ln cap="flat" cmpd="sng" w="12700">
              <a:solidFill>
                <a:schemeClr val="dk1"/>
              </a:solidFill>
              <a:prstDash val="solid"/>
              <a:miter lim="800000"/>
              <a:headEnd len="med" w="med" type="none"/>
              <a:tailEnd len="med" w="med" type="none"/>
            </a:ln>
          </p:spPr>
        </p:cxnSp>
        <p:sp>
          <p:nvSpPr>
            <p:cNvPr id="588" name="Google Shape;588;p21"/>
            <p:cNvSpPr txBox="1"/>
            <p:nvPr/>
          </p:nvSpPr>
          <p:spPr>
            <a:xfrm>
              <a:off x="3652" y="1252"/>
              <a:ext cx="280" cy="23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89" name="Google Shape;589;p21"/>
            <p:cNvSpPr txBox="1"/>
            <p:nvPr/>
          </p:nvSpPr>
          <p:spPr>
            <a:xfrm>
              <a:off x="3648" y="1248"/>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1</a:t>
              </a:r>
              <a:endParaRPr/>
            </a:p>
          </p:txBody>
        </p:sp>
        <p:sp>
          <p:nvSpPr>
            <p:cNvPr id="590" name="Google Shape;590;p21"/>
            <p:cNvSpPr txBox="1"/>
            <p:nvPr/>
          </p:nvSpPr>
          <p:spPr>
            <a:xfrm>
              <a:off x="3844" y="1252"/>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91" name="Google Shape;591;p21"/>
            <p:cNvSpPr txBox="1"/>
            <p:nvPr/>
          </p:nvSpPr>
          <p:spPr>
            <a:xfrm>
              <a:off x="3652" y="1492"/>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92" name="Google Shape;592;p21"/>
            <p:cNvSpPr txBox="1"/>
            <p:nvPr/>
          </p:nvSpPr>
          <p:spPr>
            <a:xfrm>
              <a:off x="3844" y="1492"/>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93" name="Google Shape;593;p21"/>
            <p:cNvSpPr txBox="1"/>
            <p:nvPr/>
          </p:nvSpPr>
          <p:spPr>
            <a:xfrm>
              <a:off x="3840" y="1248"/>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594" name="Google Shape;594;p21"/>
            <p:cNvSpPr txBox="1"/>
            <p:nvPr/>
          </p:nvSpPr>
          <p:spPr>
            <a:xfrm>
              <a:off x="4036" y="1252"/>
              <a:ext cx="184" cy="23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95" name="Google Shape;595;p21"/>
            <p:cNvSpPr txBox="1"/>
            <p:nvPr/>
          </p:nvSpPr>
          <p:spPr>
            <a:xfrm>
              <a:off x="4022" y="1267"/>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596" name="Google Shape;596;p21"/>
            <p:cNvSpPr txBox="1"/>
            <p:nvPr/>
          </p:nvSpPr>
          <p:spPr>
            <a:xfrm>
              <a:off x="4996" y="1252"/>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97" name="Google Shape;597;p21"/>
            <p:cNvSpPr txBox="1"/>
            <p:nvPr/>
          </p:nvSpPr>
          <p:spPr>
            <a:xfrm>
              <a:off x="4992" y="1248"/>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1</a:t>
              </a:r>
              <a:endParaRPr/>
            </a:p>
          </p:txBody>
        </p:sp>
        <p:sp>
          <p:nvSpPr>
            <p:cNvPr id="598" name="Google Shape;598;p21"/>
            <p:cNvSpPr txBox="1"/>
            <p:nvPr/>
          </p:nvSpPr>
          <p:spPr>
            <a:xfrm>
              <a:off x="5188" y="1252"/>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599" name="Google Shape;599;p21"/>
            <p:cNvSpPr txBox="1"/>
            <p:nvPr/>
          </p:nvSpPr>
          <p:spPr>
            <a:xfrm>
              <a:off x="4996" y="1492"/>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00" name="Google Shape;600;p21"/>
            <p:cNvSpPr txBox="1"/>
            <p:nvPr/>
          </p:nvSpPr>
          <p:spPr>
            <a:xfrm>
              <a:off x="5188" y="1492"/>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01" name="Google Shape;601;p21"/>
            <p:cNvSpPr txBox="1"/>
            <p:nvPr/>
          </p:nvSpPr>
          <p:spPr>
            <a:xfrm>
              <a:off x="5184" y="1248"/>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5</a:t>
              </a:r>
              <a:endParaRPr/>
            </a:p>
          </p:txBody>
        </p:sp>
        <p:sp>
          <p:nvSpPr>
            <p:cNvPr id="602" name="Google Shape;602;p21"/>
            <p:cNvSpPr txBox="1"/>
            <p:nvPr/>
          </p:nvSpPr>
          <p:spPr>
            <a:xfrm>
              <a:off x="5380" y="1252"/>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03" name="Google Shape;603;p21"/>
            <p:cNvSpPr txBox="1"/>
            <p:nvPr/>
          </p:nvSpPr>
          <p:spPr>
            <a:xfrm>
              <a:off x="5366" y="1267"/>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604" name="Google Shape;604;p21"/>
            <p:cNvSpPr txBox="1"/>
            <p:nvPr/>
          </p:nvSpPr>
          <p:spPr>
            <a:xfrm>
              <a:off x="3652" y="1924"/>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05" name="Google Shape;605;p21"/>
            <p:cNvSpPr txBox="1"/>
            <p:nvPr/>
          </p:nvSpPr>
          <p:spPr>
            <a:xfrm>
              <a:off x="3648" y="1920"/>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606" name="Google Shape;606;p21"/>
            <p:cNvSpPr txBox="1"/>
            <p:nvPr/>
          </p:nvSpPr>
          <p:spPr>
            <a:xfrm>
              <a:off x="3844" y="1924"/>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07" name="Google Shape;607;p21"/>
            <p:cNvSpPr txBox="1"/>
            <p:nvPr/>
          </p:nvSpPr>
          <p:spPr>
            <a:xfrm>
              <a:off x="3652" y="2164"/>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08" name="Google Shape;608;p21"/>
            <p:cNvSpPr txBox="1"/>
            <p:nvPr/>
          </p:nvSpPr>
          <p:spPr>
            <a:xfrm>
              <a:off x="3844" y="2164"/>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09" name="Google Shape;609;p21"/>
            <p:cNvSpPr txBox="1"/>
            <p:nvPr/>
          </p:nvSpPr>
          <p:spPr>
            <a:xfrm>
              <a:off x="3840" y="1920"/>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610" name="Google Shape;610;p21"/>
            <p:cNvSpPr txBox="1"/>
            <p:nvPr/>
          </p:nvSpPr>
          <p:spPr>
            <a:xfrm>
              <a:off x="4036" y="1924"/>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11" name="Google Shape;611;p21"/>
            <p:cNvSpPr txBox="1"/>
            <p:nvPr/>
          </p:nvSpPr>
          <p:spPr>
            <a:xfrm>
              <a:off x="4022" y="1939"/>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5</a:t>
              </a:r>
              <a:endParaRPr/>
            </a:p>
          </p:txBody>
        </p:sp>
        <p:sp>
          <p:nvSpPr>
            <p:cNvPr id="612" name="Google Shape;612;p21"/>
            <p:cNvSpPr txBox="1"/>
            <p:nvPr/>
          </p:nvSpPr>
          <p:spPr>
            <a:xfrm>
              <a:off x="4420" y="1924"/>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13" name="Google Shape;613;p21"/>
            <p:cNvSpPr txBox="1"/>
            <p:nvPr/>
          </p:nvSpPr>
          <p:spPr>
            <a:xfrm>
              <a:off x="4416" y="1920"/>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614" name="Google Shape;614;p21"/>
            <p:cNvSpPr txBox="1"/>
            <p:nvPr/>
          </p:nvSpPr>
          <p:spPr>
            <a:xfrm>
              <a:off x="4612" y="1924"/>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15" name="Google Shape;615;p21"/>
            <p:cNvSpPr txBox="1"/>
            <p:nvPr/>
          </p:nvSpPr>
          <p:spPr>
            <a:xfrm>
              <a:off x="4420" y="2164"/>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16" name="Google Shape;616;p21"/>
            <p:cNvSpPr txBox="1"/>
            <p:nvPr/>
          </p:nvSpPr>
          <p:spPr>
            <a:xfrm>
              <a:off x="4612" y="2164"/>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17" name="Google Shape;617;p21"/>
            <p:cNvSpPr txBox="1"/>
            <p:nvPr/>
          </p:nvSpPr>
          <p:spPr>
            <a:xfrm>
              <a:off x="4608" y="1920"/>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618" name="Google Shape;618;p21"/>
            <p:cNvSpPr txBox="1"/>
            <p:nvPr/>
          </p:nvSpPr>
          <p:spPr>
            <a:xfrm>
              <a:off x="4804" y="1924"/>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19" name="Google Shape;619;p21"/>
            <p:cNvSpPr txBox="1"/>
            <p:nvPr/>
          </p:nvSpPr>
          <p:spPr>
            <a:xfrm>
              <a:off x="4790" y="1939"/>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7</a:t>
              </a:r>
              <a:endParaRPr/>
            </a:p>
          </p:txBody>
        </p:sp>
        <p:sp>
          <p:nvSpPr>
            <p:cNvPr id="620" name="Google Shape;620;p21"/>
            <p:cNvSpPr txBox="1"/>
            <p:nvPr/>
          </p:nvSpPr>
          <p:spPr>
            <a:xfrm>
              <a:off x="2980" y="3220"/>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21" name="Google Shape;621;p21"/>
            <p:cNvSpPr txBox="1"/>
            <p:nvPr/>
          </p:nvSpPr>
          <p:spPr>
            <a:xfrm>
              <a:off x="2976" y="321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622" name="Google Shape;622;p21"/>
            <p:cNvSpPr txBox="1"/>
            <p:nvPr/>
          </p:nvSpPr>
          <p:spPr>
            <a:xfrm>
              <a:off x="3172" y="3220"/>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23" name="Google Shape;623;p21"/>
            <p:cNvSpPr txBox="1"/>
            <p:nvPr/>
          </p:nvSpPr>
          <p:spPr>
            <a:xfrm>
              <a:off x="2980" y="3460"/>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24" name="Google Shape;624;p21"/>
            <p:cNvSpPr txBox="1"/>
            <p:nvPr/>
          </p:nvSpPr>
          <p:spPr>
            <a:xfrm>
              <a:off x="3172" y="3460"/>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25" name="Google Shape;625;p21"/>
            <p:cNvSpPr txBox="1"/>
            <p:nvPr/>
          </p:nvSpPr>
          <p:spPr>
            <a:xfrm>
              <a:off x="3168" y="3216"/>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626" name="Google Shape;626;p21"/>
            <p:cNvSpPr txBox="1"/>
            <p:nvPr/>
          </p:nvSpPr>
          <p:spPr>
            <a:xfrm>
              <a:off x="3364" y="3220"/>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27" name="Google Shape;627;p21"/>
            <p:cNvSpPr txBox="1"/>
            <p:nvPr/>
          </p:nvSpPr>
          <p:spPr>
            <a:xfrm>
              <a:off x="3350" y="3235"/>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2</a:t>
              </a:r>
              <a:endParaRPr/>
            </a:p>
          </p:txBody>
        </p:sp>
        <p:sp>
          <p:nvSpPr>
            <p:cNvPr id="628" name="Google Shape;628;p21"/>
            <p:cNvSpPr txBox="1"/>
            <p:nvPr/>
          </p:nvSpPr>
          <p:spPr>
            <a:xfrm>
              <a:off x="3652" y="3220"/>
              <a:ext cx="280" cy="23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29" name="Google Shape;629;p21"/>
            <p:cNvSpPr txBox="1"/>
            <p:nvPr/>
          </p:nvSpPr>
          <p:spPr>
            <a:xfrm>
              <a:off x="3648" y="3216"/>
              <a:ext cx="288"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4</a:t>
              </a:r>
              <a:endParaRPr/>
            </a:p>
          </p:txBody>
        </p:sp>
        <p:sp>
          <p:nvSpPr>
            <p:cNvPr id="630" name="Google Shape;630;p21"/>
            <p:cNvSpPr txBox="1"/>
            <p:nvPr/>
          </p:nvSpPr>
          <p:spPr>
            <a:xfrm>
              <a:off x="3844" y="3220"/>
              <a:ext cx="184" cy="232"/>
            </a:xfrm>
            <a:prstGeom prst="rect">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31" name="Google Shape;631;p21"/>
            <p:cNvSpPr txBox="1"/>
            <p:nvPr/>
          </p:nvSpPr>
          <p:spPr>
            <a:xfrm>
              <a:off x="3652" y="3460"/>
              <a:ext cx="184" cy="232"/>
            </a:xfrm>
            <a:prstGeom prst="rect">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32" name="Google Shape;632;p21"/>
            <p:cNvSpPr txBox="1"/>
            <p:nvPr/>
          </p:nvSpPr>
          <p:spPr>
            <a:xfrm>
              <a:off x="3844" y="3460"/>
              <a:ext cx="184" cy="232"/>
            </a:xfrm>
            <a:prstGeom prst="rect">
              <a:avLst/>
            </a:prstGeom>
            <a:solidFill>
              <a:srgbClr val="FFCC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33" name="Google Shape;633;p21"/>
            <p:cNvSpPr txBox="1"/>
            <p:nvPr/>
          </p:nvSpPr>
          <p:spPr>
            <a:xfrm>
              <a:off x="3840" y="3216"/>
              <a:ext cx="144"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3</a:t>
              </a:r>
              <a:endParaRPr/>
            </a:p>
          </p:txBody>
        </p:sp>
        <p:sp>
          <p:nvSpPr>
            <p:cNvPr id="634" name="Google Shape;634;p21"/>
            <p:cNvSpPr txBox="1"/>
            <p:nvPr/>
          </p:nvSpPr>
          <p:spPr>
            <a:xfrm>
              <a:off x="4036" y="3220"/>
              <a:ext cx="184" cy="232"/>
            </a:xfrm>
            <a:prstGeom prst="rect">
              <a:avLst/>
            </a:prstGeom>
            <a:solidFill>
              <a:srgbClr val="3366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accent2"/>
                </a:solidFill>
                <a:latin typeface="Times New Roman"/>
                <a:ea typeface="Times New Roman"/>
                <a:cs typeface="Times New Roman"/>
                <a:sym typeface="Times New Roman"/>
              </a:endParaRPr>
            </a:p>
          </p:txBody>
        </p:sp>
        <p:sp>
          <p:nvSpPr>
            <p:cNvPr id="635" name="Google Shape;635;p21"/>
            <p:cNvSpPr txBox="1"/>
            <p:nvPr/>
          </p:nvSpPr>
          <p:spPr>
            <a:xfrm>
              <a:off x="4022" y="3235"/>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6</a:t>
              </a:r>
              <a:endParaRPr/>
            </a:p>
          </p:txBody>
        </p:sp>
        <p:cxnSp>
          <p:nvCxnSpPr>
            <p:cNvPr id="636" name="Google Shape;636;p21"/>
            <p:cNvCxnSpPr/>
            <p:nvPr/>
          </p:nvCxnSpPr>
          <p:spPr>
            <a:xfrm>
              <a:off x="3936" y="1632"/>
              <a:ext cx="1056" cy="0"/>
            </a:xfrm>
            <a:prstGeom prst="straightConnector1">
              <a:avLst/>
            </a:prstGeom>
            <a:noFill/>
            <a:ln cap="flat" cmpd="sng" w="50800">
              <a:solidFill>
                <a:schemeClr val="dk1"/>
              </a:solidFill>
              <a:prstDash val="solid"/>
              <a:miter lim="800000"/>
              <a:headEnd len="med" w="med" type="none"/>
              <a:tailEnd len="med" w="med" type="stealth"/>
            </a:ln>
          </p:spPr>
        </p:cxnSp>
        <p:cxnSp>
          <p:nvCxnSpPr>
            <p:cNvPr id="637" name="Google Shape;637;p21"/>
            <p:cNvCxnSpPr/>
            <p:nvPr/>
          </p:nvCxnSpPr>
          <p:spPr>
            <a:xfrm>
              <a:off x="3936" y="2256"/>
              <a:ext cx="480" cy="0"/>
            </a:xfrm>
            <a:prstGeom prst="straightConnector1">
              <a:avLst/>
            </a:prstGeom>
            <a:noFill/>
            <a:ln cap="flat" cmpd="sng" w="50800">
              <a:solidFill>
                <a:schemeClr val="dk1"/>
              </a:solidFill>
              <a:prstDash val="solid"/>
              <a:miter lim="800000"/>
              <a:headEnd len="med" w="med" type="none"/>
              <a:tailEnd len="med" w="med" type="stealth"/>
            </a:ln>
          </p:spPr>
        </p:cxnSp>
        <p:cxnSp>
          <p:nvCxnSpPr>
            <p:cNvPr id="638" name="Google Shape;638;p21"/>
            <p:cNvCxnSpPr/>
            <p:nvPr/>
          </p:nvCxnSpPr>
          <p:spPr>
            <a:xfrm>
              <a:off x="3264" y="3552"/>
              <a:ext cx="384" cy="0"/>
            </a:xfrm>
            <a:prstGeom prst="straightConnector1">
              <a:avLst/>
            </a:prstGeom>
            <a:noFill/>
            <a:ln cap="flat" cmpd="sng" w="50800">
              <a:solidFill>
                <a:schemeClr val="dk1"/>
              </a:solidFill>
              <a:prstDash val="solid"/>
              <a:miter lim="800000"/>
              <a:headEnd len="med" w="med" type="none"/>
              <a:tailEnd len="med" w="med" type="stealth"/>
            </a:ln>
          </p:spPr>
        </p:cxnSp>
        <p:cxnSp>
          <p:nvCxnSpPr>
            <p:cNvPr id="639" name="Google Shape;639;p21"/>
            <p:cNvCxnSpPr/>
            <p:nvPr/>
          </p:nvCxnSpPr>
          <p:spPr>
            <a:xfrm rot="10800000">
              <a:off x="3072" y="960"/>
              <a:ext cx="0" cy="2208"/>
            </a:xfrm>
            <a:prstGeom prst="straightConnector1">
              <a:avLst/>
            </a:prstGeom>
            <a:noFill/>
            <a:ln cap="flat" cmpd="sng" w="50800">
              <a:solidFill>
                <a:schemeClr val="dk2"/>
              </a:solidFill>
              <a:prstDash val="solid"/>
              <a:miter lim="800000"/>
              <a:headEnd len="med" w="med" type="stealth"/>
              <a:tailEnd len="med" w="med" type="none"/>
            </a:ln>
          </p:spPr>
        </p:cxnSp>
        <p:cxnSp>
          <p:nvCxnSpPr>
            <p:cNvPr id="640" name="Google Shape;640;p21"/>
            <p:cNvCxnSpPr/>
            <p:nvPr/>
          </p:nvCxnSpPr>
          <p:spPr>
            <a:xfrm>
              <a:off x="3696" y="960"/>
              <a:ext cx="0" cy="288"/>
            </a:xfrm>
            <a:prstGeom prst="straightConnector1">
              <a:avLst/>
            </a:prstGeom>
            <a:noFill/>
            <a:ln cap="flat" cmpd="sng" w="57150">
              <a:solidFill>
                <a:schemeClr val="dk2"/>
              </a:solidFill>
              <a:prstDash val="solid"/>
              <a:miter lim="800000"/>
              <a:headEnd len="med" w="med" type="none"/>
              <a:tailEnd len="med" w="med" type="stealth"/>
            </a:ln>
          </p:spPr>
        </p:cxnSp>
        <p:cxnSp>
          <p:nvCxnSpPr>
            <p:cNvPr id="641" name="Google Shape;641;p21"/>
            <p:cNvCxnSpPr/>
            <p:nvPr/>
          </p:nvCxnSpPr>
          <p:spPr>
            <a:xfrm>
              <a:off x="3696" y="1632"/>
              <a:ext cx="0" cy="288"/>
            </a:xfrm>
            <a:prstGeom prst="straightConnector1">
              <a:avLst/>
            </a:prstGeom>
            <a:noFill/>
            <a:ln cap="flat" cmpd="sng" w="57150">
              <a:solidFill>
                <a:schemeClr val="dk2"/>
              </a:solidFill>
              <a:prstDash val="solid"/>
              <a:miter lim="800000"/>
              <a:headEnd len="med" w="med" type="none"/>
              <a:tailEnd len="med" w="med" type="stealth"/>
            </a:ln>
          </p:spPr>
        </p:cxnSp>
        <p:cxnSp>
          <p:nvCxnSpPr>
            <p:cNvPr id="642" name="Google Shape;642;p21"/>
            <p:cNvCxnSpPr/>
            <p:nvPr/>
          </p:nvCxnSpPr>
          <p:spPr>
            <a:xfrm>
              <a:off x="3696" y="2304"/>
              <a:ext cx="0" cy="912"/>
            </a:xfrm>
            <a:prstGeom prst="straightConnector1">
              <a:avLst/>
            </a:prstGeom>
            <a:noFill/>
            <a:ln cap="flat" cmpd="sng" w="50800">
              <a:solidFill>
                <a:schemeClr val="dk2"/>
              </a:solidFill>
              <a:prstDash val="solid"/>
              <a:miter lim="800000"/>
              <a:headEnd len="med" w="med" type="none"/>
              <a:tailEnd len="med" w="med" type="stealth"/>
            </a:ln>
          </p:spPr>
        </p:cxnSp>
        <p:cxnSp>
          <p:nvCxnSpPr>
            <p:cNvPr id="643" name="Google Shape;643;p21"/>
            <p:cNvCxnSpPr/>
            <p:nvPr/>
          </p:nvCxnSpPr>
          <p:spPr>
            <a:xfrm>
              <a:off x="4512" y="960"/>
              <a:ext cx="0" cy="912"/>
            </a:xfrm>
            <a:prstGeom prst="straightConnector1">
              <a:avLst/>
            </a:prstGeom>
            <a:noFill/>
            <a:ln cap="flat" cmpd="sng" w="50800">
              <a:solidFill>
                <a:schemeClr val="dk2"/>
              </a:solidFill>
              <a:prstDash val="solid"/>
              <a:miter lim="800000"/>
              <a:headEnd len="med" w="med" type="none"/>
              <a:tailEnd len="med" w="med" type="stealth"/>
            </a:ln>
          </p:spPr>
        </p:cxnSp>
        <p:cxnSp>
          <p:nvCxnSpPr>
            <p:cNvPr id="644" name="Google Shape;644;p21"/>
            <p:cNvCxnSpPr/>
            <p:nvPr/>
          </p:nvCxnSpPr>
          <p:spPr>
            <a:xfrm>
              <a:off x="5088" y="960"/>
              <a:ext cx="0" cy="288"/>
            </a:xfrm>
            <a:prstGeom prst="straightConnector1">
              <a:avLst/>
            </a:prstGeom>
            <a:noFill/>
            <a:ln cap="flat" cmpd="sng" w="57150">
              <a:solidFill>
                <a:schemeClr val="dk2"/>
              </a:solidFill>
              <a:prstDash val="solid"/>
              <a:miter lim="800000"/>
              <a:headEnd len="med" w="med" type="none"/>
              <a:tailEnd len="med" w="med" type="stealth"/>
            </a:ln>
          </p:spPr>
        </p:cxnSp>
        <p:sp>
          <p:nvSpPr>
            <p:cNvPr id="645" name="Google Shape;645;p21"/>
            <p:cNvSpPr txBox="1"/>
            <p:nvPr/>
          </p:nvSpPr>
          <p:spPr>
            <a:xfrm>
              <a:off x="4982" y="1459"/>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a:t>
              </a:r>
              <a:endParaRPr/>
            </a:p>
          </p:txBody>
        </p:sp>
        <p:sp>
          <p:nvSpPr>
            <p:cNvPr id="646" name="Google Shape;646;p21"/>
            <p:cNvSpPr txBox="1"/>
            <p:nvPr/>
          </p:nvSpPr>
          <p:spPr>
            <a:xfrm>
              <a:off x="5174" y="1459"/>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a:t>
              </a:r>
              <a:endParaRPr/>
            </a:p>
          </p:txBody>
        </p:sp>
        <p:sp>
          <p:nvSpPr>
            <p:cNvPr id="647" name="Google Shape;647;p21"/>
            <p:cNvSpPr txBox="1"/>
            <p:nvPr/>
          </p:nvSpPr>
          <p:spPr>
            <a:xfrm>
              <a:off x="4598" y="2131"/>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a:t>
              </a:r>
              <a:endParaRPr/>
            </a:p>
          </p:txBody>
        </p:sp>
        <p:sp>
          <p:nvSpPr>
            <p:cNvPr id="648" name="Google Shape;648;p21"/>
            <p:cNvSpPr txBox="1"/>
            <p:nvPr/>
          </p:nvSpPr>
          <p:spPr>
            <a:xfrm>
              <a:off x="3830" y="3427"/>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a:t>
              </a:r>
              <a:endParaRPr/>
            </a:p>
          </p:txBody>
        </p:sp>
        <p:sp>
          <p:nvSpPr>
            <p:cNvPr id="649" name="Google Shape;649;p21"/>
            <p:cNvSpPr txBox="1"/>
            <p:nvPr/>
          </p:nvSpPr>
          <p:spPr>
            <a:xfrm>
              <a:off x="3638" y="3427"/>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a:t>
              </a:r>
              <a:endParaRPr/>
            </a:p>
          </p:txBody>
        </p:sp>
        <p:sp>
          <p:nvSpPr>
            <p:cNvPr id="650" name="Google Shape;650;p21"/>
            <p:cNvSpPr txBox="1"/>
            <p:nvPr/>
          </p:nvSpPr>
          <p:spPr>
            <a:xfrm>
              <a:off x="2966" y="3475"/>
              <a:ext cx="196" cy="2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2000"/>
                <a:buFont typeface="Times New Roman"/>
                <a:buNone/>
              </a:pPr>
              <a:r>
                <a:rPr b="0" i="0" lang="en-US" sz="2000" u="none">
                  <a:solidFill>
                    <a:schemeClr val="lt2"/>
                  </a:solidFill>
                  <a:latin typeface="Times New Roman"/>
                  <a:ea typeface="Times New Roman"/>
                  <a:cs typeface="Times New Roman"/>
                  <a:sym typeface="Times New Roman"/>
                </a:rPr>
                <a:t>n</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22"/>
          <p:cNvSpPr txBox="1"/>
          <p:nvPr>
            <p:ph type="ctrTitle"/>
          </p:nvPr>
        </p:nvSpPr>
        <p:spPr>
          <a:xfrm>
            <a:off x="609600" y="0"/>
            <a:ext cx="7772400" cy="1219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Variations</a:t>
            </a:r>
            <a:endParaRPr/>
          </a:p>
        </p:txBody>
      </p:sp>
      <p:sp>
        <p:nvSpPr>
          <p:cNvPr id="657" name="Google Shape;657;p22"/>
          <p:cNvSpPr txBox="1"/>
          <p:nvPr>
            <p:ph idx="1" type="subTitle"/>
          </p:nvPr>
        </p:nvSpPr>
        <p:spPr>
          <a:xfrm>
            <a:off x="381000" y="1143000"/>
            <a:ext cx="8458200" cy="43434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t/>
            </a:r>
            <a:endParaRPr b="0" i="0" sz="3200" u="none">
              <a:solidFill>
                <a:schemeClr val="hlink"/>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             </a:t>
            </a:r>
            <a:endParaRPr/>
          </a:p>
          <a:p>
            <a:pPr indent="-342900" lvl="0" marL="342900" rtl="0" algn="l">
              <a:lnSpc>
                <a:spcPct val="100000"/>
              </a:lnSpc>
              <a:spcBef>
                <a:spcPts val="64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                   </a:t>
            </a:r>
            <a:endParaRPr/>
          </a:p>
        </p:txBody>
      </p:sp>
      <p:sp>
        <p:nvSpPr>
          <p:cNvPr id="658" name="Google Shape;658;p22"/>
          <p:cNvSpPr txBox="1"/>
          <p:nvPr/>
        </p:nvSpPr>
        <p:spPr>
          <a:xfrm>
            <a:off x="1371600" y="2133600"/>
            <a:ext cx="7010400" cy="579437"/>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lt2"/>
              </a:buClr>
              <a:buSzPts val="3200"/>
              <a:buFont typeface="Times New Roman"/>
              <a:buNone/>
            </a:pPr>
            <a:r>
              <a:rPr b="0" i="0" lang="en-US" sz="3200" u="none">
                <a:solidFill>
                  <a:schemeClr val="lt2"/>
                </a:solidFill>
                <a:latin typeface="Times New Roman"/>
                <a:ea typeface="Times New Roman"/>
                <a:cs typeface="Times New Roman"/>
                <a:sym typeface="Times New Roman"/>
              </a:rPr>
              <a:t>May use circular lists instead of chains.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23"/>
          <p:cNvSpPr txBox="1"/>
          <p:nvPr>
            <p:ph type="ctrTitle"/>
          </p:nvPr>
        </p:nvSpPr>
        <p:spPr>
          <a:xfrm>
            <a:off x="762000" y="3810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Approximate Memory Requirements</a:t>
            </a:r>
            <a:r>
              <a:rPr b="0" i="0" lang="en-US" sz="4400" u="none">
                <a:solidFill>
                  <a:schemeClr val="dk2"/>
                </a:solidFill>
                <a:latin typeface="Times New Roman"/>
                <a:ea typeface="Times New Roman"/>
                <a:cs typeface="Times New Roman"/>
                <a:sym typeface="Times New Roman"/>
              </a:rPr>
              <a:t> </a:t>
            </a:r>
            <a:endParaRPr/>
          </a:p>
        </p:txBody>
      </p:sp>
      <p:sp>
        <p:nvSpPr>
          <p:cNvPr id="664" name="Google Shape;664;p23"/>
          <p:cNvSpPr txBox="1"/>
          <p:nvPr>
            <p:ph idx="1" type="subTitle"/>
          </p:nvPr>
        </p:nvSpPr>
        <p:spPr>
          <a:xfrm>
            <a:off x="457200" y="1752600"/>
            <a:ext cx="8153400" cy="38862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500 x 500 </a:t>
            </a:r>
            <a:r>
              <a:rPr b="0" i="0" lang="en-US" sz="3200" u="none">
                <a:solidFill>
                  <a:schemeClr val="lt2"/>
                </a:solidFill>
                <a:latin typeface="Times New Roman"/>
                <a:ea typeface="Times New Roman"/>
                <a:cs typeface="Times New Roman"/>
                <a:sym typeface="Times New Roman"/>
              </a:rPr>
              <a:t>matrix with </a:t>
            </a:r>
            <a:r>
              <a:rPr b="0" i="0" lang="en-US" sz="3200" u="none">
                <a:solidFill>
                  <a:schemeClr val="hlink"/>
                </a:solidFill>
                <a:latin typeface="Times New Roman"/>
                <a:ea typeface="Times New Roman"/>
                <a:cs typeface="Times New Roman"/>
                <a:sym typeface="Times New Roman"/>
              </a:rPr>
              <a:t>1994</a:t>
            </a:r>
            <a:r>
              <a:rPr b="0" i="0" lang="en-US" sz="3200" u="none">
                <a:solidFill>
                  <a:schemeClr val="lt2"/>
                </a:solidFill>
                <a:latin typeface="Times New Roman"/>
                <a:ea typeface="Times New Roman"/>
                <a:cs typeface="Times New Roman"/>
                <a:sym typeface="Times New Roman"/>
              </a:rPr>
              <a:t> nonzero elements</a:t>
            </a:r>
            <a:endParaRPr/>
          </a:p>
          <a:p>
            <a:pPr indent="-342900" lvl="0" marL="342900" rtl="0" algn="l">
              <a:lnSpc>
                <a:spcPct val="100000"/>
              </a:lnSpc>
              <a:spcBef>
                <a:spcPts val="640"/>
              </a:spcBef>
              <a:spcAft>
                <a:spcPts val="0"/>
              </a:spcAft>
              <a:buClr>
                <a:schemeClr val="dk1"/>
              </a:buClr>
              <a:buSzPts val="3200"/>
              <a:buFont typeface="Times New Roman"/>
              <a:buNone/>
            </a:pPr>
            <a:r>
              <a:t/>
            </a:r>
            <a:endParaRPr b="0" i="0" sz="3200" u="none">
              <a:solidFill>
                <a:schemeClr val="lt2"/>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lt2"/>
              </a:buClr>
              <a:buSzPts val="3200"/>
              <a:buFont typeface="Times New Roman"/>
              <a:buNone/>
            </a:pPr>
            <a:r>
              <a:rPr b="0" i="0" lang="en-US" sz="3200" u="none">
                <a:solidFill>
                  <a:schemeClr val="lt2"/>
                </a:solidFill>
                <a:latin typeface="Times New Roman"/>
                <a:ea typeface="Times New Roman"/>
                <a:cs typeface="Times New Roman"/>
                <a:sym typeface="Times New Roman"/>
              </a:rPr>
              <a:t>2D array            </a:t>
            </a:r>
            <a:r>
              <a:rPr b="0" i="0" lang="en-US" sz="3200" u="none">
                <a:solidFill>
                  <a:schemeClr val="hlink"/>
                </a:solidFill>
                <a:latin typeface="Times New Roman"/>
                <a:ea typeface="Times New Roman"/>
                <a:cs typeface="Times New Roman"/>
                <a:sym typeface="Times New Roman"/>
              </a:rPr>
              <a:t>500 x 500 x 4 = 1million</a:t>
            </a:r>
            <a:r>
              <a:rPr b="0" i="0" lang="en-US" sz="3200" u="none">
                <a:solidFill>
                  <a:schemeClr val="lt2"/>
                </a:solidFill>
                <a:latin typeface="Times New Roman"/>
                <a:ea typeface="Times New Roman"/>
                <a:cs typeface="Times New Roman"/>
                <a:sym typeface="Times New Roman"/>
              </a:rPr>
              <a:t> bytes</a:t>
            </a:r>
            <a:endParaRPr b="0" i="0" sz="3200" u="none">
              <a:solidFill>
                <a:schemeClr val="hlink"/>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lt2"/>
              </a:buClr>
              <a:buSzPts val="3200"/>
              <a:buFont typeface="Times New Roman"/>
              <a:buNone/>
            </a:pPr>
            <a:r>
              <a:rPr b="0" i="0" lang="en-US" sz="3200" u="none">
                <a:solidFill>
                  <a:schemeClr val="lt2"/>
                </a:solidFill>
                <a:latin typeface="Times New Roman"/>
                <a:ea typeface="Times New Roman"/>
                <a:cs typeface="Times New Roman"/>
                <a:sym typeface="Times New Roman"/>
              </a:rPr>
              <a:t>Single Array List  </a:t>
            </a:r>
            <a:r>
              <a:rPr b="0" i="0" lang="en-US" sz="3200" u="none">
                <a:solidFill>
                  <a:schemeClr val="hlink"/>
                </a:solidFill>
                <a:latin typeface="Times New Roman"/>
                <a:ea typeface="Times New Roman"/>
                <a:cs typeface="Times New Roman"/>
                <a:sym typeface="Times New Roman"/>
              </a:rPr>
              <a:t>3 x 1994 x 4 =  23,928  </a:t>
            </a:r>
            <a:r>
              <a:rPr b="0" i="0" lang="en-US" sz="3200" u="none">
                <a:solidFill>
                  <a:schemeClr val="lt2"/>
                </a:solidFill>
                <a:latin typeface="Times New Roman"/>
                <a:ea typeface="Times New Roman"/>
                <a:cs typeface="Times New Roman"/>
                <a:sym typeface="Times New Roman"/>
              </a:rPr>
              <a:t>bytes</a:t>
            </a:r>
            <a:endParaRPr b="0" i="0" sz="3200" u="none">
              <a:solidFill>
                <a:schemeClr val="hlink"/>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lt2"/>
              </a:buClr>
              <a:buSzPts val="3200"/>
              <a:buFont typeface="Times New Roman"/>
              <a:buNone/>
            </a:pPr>
            <a:r>
              <a:rPr b="0" i="0" lang="en-US" sz="3200" u="none">
                <a:solidFill>
                  <a:schemeClr val="lt2"/>
                </a:solidFill>
                <a:latin typeface="Times New Roman"/>
                <a:ea typeface="Times New Roman"/>
                <a:cs typeface="Times New Roman"/>
                <a:sym typeface="Times New Roman"/>
              </a:rPr>
              <a:t>One Chain Per Row </a:t>
            </a:r>
            <a:r>
              <a:rPr b="0" i="0" lang="en-US" sz="3200" u="none">
                <a:solidFill>
                  <a:schemeClr val="hlink"/>
                </a:solidFill>
                <a:latin typeface="Times New Roman"/>
                <a:ea typeface="Times New Roman"/>
                <a:cs typeface="Times New Roman"/>
                <a:sym typeface="Times New Roman"/>
              </a:rPr>
              <a:t>23928 + 500 x 4 = 25,928</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24"/>
          <p:cNvSpPr txBox="1"/>
          <p:nvPr>
            <p:ph type="ctrTitle"/>
          </p:nvPr>
        </p:nvSpPr>
        <p:spPr>
          <a:xfrm>
            <a:off x="0" y="3810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Runtime Performance </a:t>
            </a:r>
            <a:endParaRPr/>
          </a:p>
        </p:txBody>
      </p:sp>
      <p:sp>
        <p:nvSpPr>
          <p:cNvPr id="670" name="Google Shape;670;p24"/>
          <p:cNvSpPr txBox="1"/>
          <p:nvPr>
            <p:ph idx="1" type="subTitle"/>
          </p:nvPr>
        </p:nvSpPr>
        <p:spPr>
          <a:xfrm>
            <a:off x="457200" y="1752600"/>
            <a:ext cx="8153400" cy="38862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Matrix Transpose</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500 x 500 </a:t>
            </a:r>
            <a:r>
              <a:rPr b="0" i="0" lang="en-US" sz="3200" u="none">
                <a:solidFill>
                  <a:schemeClr val="lt2"/>
                </a:solidFill>
                <a:latin typeface="Times New Roman"/>
                <a:ea typeface="Times New Roman"/>
                <a:cs typeface="Times New Roman"/>
                <a:sym typeface="Times New Roman"/>
              </a:rPr>
              <a:t>matrix with </a:t>
            </a:r>
            <a:r>
              <a:rPr b="0" i="0" lang="en-US" sz="3200" u="none">
                <a:solidFill>
                  <a:schemeClr val="hlink"/>
                </a:solidFill>
                <a:latin typeface="Times New Roman"/>
                <a:ea typeface="Times New Roman"/>
                <a:cs typeface="Times New Roman"/>
                <a:sym typeface="Times New Roman"/>
              </a:rPr>
              <a:t>1994</a:t>
            </a:r>
            <a:r>
              <a:rPr b="0" i="0" lang="en-US" sz="3200" u="none">
                <a:solidFill>
                  <a:schemeClr val="lt2"/>
                </a:solidFill>
                <a:latin typeface="Times New Roman"/>
                <a:ea typeface="Times New Roman"/>
                <a:cs typeface="Times New Roman"/>
                <a:sym typeface="Times New Roman"/>
              </a:rPr>
              <a:t> nonzero elements</a:t>
            </a:r>
            <a:endParaRPr/>
          </a:p>
          <a:p>
            <a:pPr indent="-342900" lvl="0" marL="342900" rtl="0" algn="l">
              <a:lnSpc>
                <a:spcPct val="100000"/>
              </a:lnSpc>
              <a:spcBef>
                <a:spcPts val="640"/>
              </a:spcBef>
              <a:spcAft>
                <a:spcPts val="0"/>
              </a:spcAft>
              <a:buClr>
                <a:schemeClr val="dk1"/>
              </a:buClr>
              <a:buSzPts val="3200"/>
              <a:buFont typeface="Times New Roman"/>
              <a:buNone/>
            </a:pPr>
            <a:r>
              <a:t/>
            </a:r>
            <a:endParaRPr b="0" i="0" sz="3200" u="none">
              <a:solidFill>
                <a:schemeClr val="lt2"/>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lt2"/>
              </a:buClr>
              <a:buSzPts val="3200"/>
              <a:buFont typeface="Times New Roman"/>
              <a:buNone/>
            </a:pPr>
            <a:r>
              <a:rPr b="0" i="0" lang="en-US" sz="3200" u="none">
                <a:solidFill>
                  <a:schemeClr val="lt2"/>
                </a:solidFill>
                <a:latin typeface="Times New Roman"/>
                <a:ea typeface="Times New Roman"/>
                <a:cs typeface="Times New Roman"/>
                <a:sym typeface="Times New Roman"/>
              </a:rPr>
              <a:t>2D array                             </a:t>
            </a:r>
            <a:r>
              <a:rPr b="0" i="0" lang="en-US" sz="3200" u="none">
                <a:solidFill>
                  <a:schemeClr val="hlink"/>
                </a:solidFill>
                <a:latin typeface="Times New Roman"/>
                <a:ea typeface="Times New Roman"/>
                <a:cs typeface="Times New Roman"/>
                <a:sym typeface="Times New Roman"/>
              </a:rPr>
              <a:t>21 ms</a:t>
            </a:r>
            <a:endParaRPr/>
          </a:p>
          <a:p>
            <a:pPr indent="-342900" lvl="0" marL="342900" rtl="0" algn="l">
              <a:lnSpc>
                <a:spcPct val="100000"/>
              </a:lnSpc>
              <a:spcBef>
                <a:spcPts val="640"/>
              </a:spcBef>
              <a:spcAft>
                <a:spcPts val="0"/>
              </a:spcAft>
              <a:buClr>
                <a:schemeClr val="lt2"/>
              </a:buClr>
              <a:buSzPts val="3200"/>
              <a:buFont typeface="Times New Roman"/>
              <a:buNone/>
            </a:pPr>
            <a:r>
              <a:rPr b="0" i="0" lang="en-US" sz="3200" u="none">
                <a:solidFill>
                  <a:schemeClr val="lt2"/>
                </a:solidFill>
                <a:latin typeface="Times New Roman"/>
                <a:ea typeface="Times New Roman"/>
                <a:cs typeface="Times New Roman"/>
                <a:sym typeface="Times New Roman"/>
              </a:rPr>
              <a:t>Single Array List                0.</a:t>
            </a:r>
            <a:r>
              <a:rPr b="0" i="0" lang="en-US" sz="3200" u="none">
                <a:solidFill>
                  <a:schemeClr val="hlink"/>
                </a:solidFill>
                <a:latin typeface="Times New Roman"/>
                <a:ea typeface="Times New Roman"/>
                <a:cs typeface="Times New Roman"/>
                <a:sym typeface="Times New Roman"/>
              </a:rPr>
              <a:t>6 ms</a:t>
            </a:r>
            <a:endParaRPr/>
          </a:p>
          <a:p>
            <a:pPr indent="-342900" lvl="0" marL="342900" rtl="0" algn="l">
              <a:lnSpc>
                <a:spcPct val="100000"/>
              </a:lnSpc>
              <a:spcBef>
                <a:spcPts val="640"/>
              </a:spcBef>
              <a:spcAft>
                <a:spcPts val="0"/>
              </a:spcAft>
              <a:buClr>
                <a:schemeClr val="lt2"/>
              </a:buClr>
              <a:buSzPts val="3200"/>
              <a:buFont typeface="Times New Roman"/>
              <a:buNone/>
            </a:pPr>
            <a:r>
              <a:rPr b="0" i="0" lang="en-US" sz="3200" u="none">
                <a:solidFill>
                  <a:schemeClr val="lt2"/>
                </a:solidFill>
                <a:latin typeface="Times New Roman"/>
                <a:ea typeface="Times New Roman"/>
                <a:cs typeface="Times New Roman"/>
                <a:sym typeface="Times New Roman"/>
              </a:rPr>
              <a:t>One Chain Per Row           </a:t>
            </a:r>
            <a:r>
              <a:rPr b="0" i="0" lang="en-US" sz="3200" u="none">
                <a:solidFill>
                  <a:schemeClr val="hlink"/>
                </a:solidFill>
                <a:latin typeface="Times New Roman"/>
                <a:ea typeface="Times New Roman"/>
                <a:cs typeface="Times New Roman"/>
                <a:sym typeface="Times New Roman"/>
              </a:rPr>
              <a:t>1.2 ms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25"/>
          <p:cNvSpPr txBox="1"/>
          <p:nvPr>
            <p:ph type="ctrTitle"/>
          </p:nvPr>
        </p:nvSpPr>
        <p:spPr>
          <a:xfrm>
            <a:off x="762000" y="3810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Performance</a:t>
            </a:r>
            <a:endParaRPr/>
          </a:p>
        </p:txBody>
      </p:sp>
      <p:sp>
        <p:nvSpPr>
          <p:cNvPr id="676" name="Google Shape;676;p25"/>
          <p:cNvSpPr txBox="1"/>
          <p:nvPr>
            <p:ph idx="1" type="subTitle"/>
          </p:nvPr>
        </p:nvSpPr>
        <p:spPr>
          <a:xfrm>
            <a:off x="457200" y="1752600"/>
            <a:ext cx="8153400" cy="38862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Matrix Addition.</a:t>
            </a:r>
            <a:endParaRPr/>
          </a:p>
          <a:p>
            <a:pPr indent="-342900" lvl="0" marL="342900" rtl="0" algn="l">
              <a:lnSpc>
                <a:spcPct val="100000"/>
              </a:lnSpc>
              <a:spcBef>
                <a:spcPts val="640"/>
              </a:spcBef>
              <a:spcAft>
                <a:spcPts val="0"/>
              </a:spcAft>
              <a:buClr>
                <a:schemeClr val="hlink"/>
              </a:buClr>
              <a:buSzPts val="3200"/>
              <a:buFont typeface="Times New Roman"/>
              <a:buNone/>
            </a:pPr>
            <a:r>
              <a:rPr b="0" i="0" lang="en-US" sz="3200" u="none">
                <a:solidFill>
                  <a:schemeClr val="hlink"/>
                </a:solidFill>
                <a:latin typeface="Times New Roman"/>
                <a:ea typeface="Times New Roman"/>
                <a:cs typeface="Times New Roman"/>
                <a:sym typeface="Times New Roman"/>
              </a:rPr>
              <a:t>500 x 500 </a:t>
            </a:r>
            <a:r>
              <a:rPr b="0" i="0" lang="en-US" sz="3200" u="none">
                <a:solidFill>
                  <a:schemeClr val="lt2"/>
                </a:solidFill>
                <a:latin typeface="Times New Roman"/>
                <a:ea typeface="Times New Roman"/>
                <a:cs typeface="Times New Roman"/>
                <a:sym typeface="Times New Roman"/>
              </a:rPr>
              <a:t>matrices with </a:t>
            </a:r>
            <a:r>
              <a:rPr b="0" i="0" lang="en-US" sz="3200" u="none">
                <a:solidFill>
                  <a:schemeClr val="hlink"/>
                </a:solidFill>
                <a:latin typeface="Times New Roman"/>
                <a:ea typeface="Times New Roman"/>
                <a:cs typeface="Times New Roman"/>
                <a:sym typeface="Times New Roman"/>
              </a:rPr>
              <a:t>1994 </a:t>
            </a:r>
            <a:r>
              <a:rPr b="0" i="0" lang="en-US" sz="3200" u="none">
                <a:solidFill>
                  <a:schemeClr val="lt2"/>
                </a:solidFill>
                <a:latin typeface="Times New Roman"/>
                <a:ea typeface="Times New Roman"/>
                <a:cs typeface="Times New Roman"/>
                <a:sym typeface="Times New Roman"/>
              </a:rPr>
              <a:t>and </a:t>
            </a:r>
            <a:r>
              <a:rPr b="0" i="0" lang="en-US" sz="3200" u="none">
                <a:solidFill>
                  <a:schemeClr val="hlink"/>
                </a:solidFill>
                <a:latin typeface="Times New Roman"/>
                <a:ea typeface="Times New Roman"/>
                <a:cs typeface="Times New Roman"/>
                <a:sym typeface="Times New Roman"/>
              </a:rPr>
              <a:t>999</a:t>
            </a:r>
            <a:r>
              <a:rPr b="0" i="0" lang="en-US" sz="3200" u="none">
                <a:solidFill>
                  <a:schemeClr val="lt2"/>
                </a:solidFill>
                <a:latin typeface="Times New Roman"/>
                <a:ea typeface="Times New Roman"/>
                <a:cs typeface="Times New Roman"/>
                <a:sym typeface="Times New Roman"/>
              </a:rPr>
              <a:t> nonzero elements</a:t>
            </a:r>
            <a:endParaRPr/>
          </a:p>
          <a:p>
            <a:pPr indent="-342900" lvl="0" marL="342900" rtl="0" algn="l">
              <a:lnSpc>
                <a:spcPct val="100000"/>
              </a:lnSpc>
              <a:spcBef>
                <a:spcPts val="640"/>
              </a:spcBef>
              <a:spcAft>
                <a:spcPts val="0"/>
              </a:spcAft>
              <a:buClr>
                <a:schemeClr val="dk1"/>
              </a:buClr>
              <a:buSzPts val="3200"/>
              <a:buFont typeface="Times New Roman"/>
              <a:buNone/>
            </a:pPr>
            <a:r>
              <a:t/>
            </a:r>
            <a:endParaRPr b="0" i="0" sz="3200" u="none">
              <a:solidFill>
                <a:schemeClr val="lt2"/>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lt2"/>
              </a:buClr>
              <a:buSzPts val="3200"/>
              <a:buFont typeface="Times New Roman"/>
              <a:buNone/>
            </a:pPr>
            <a:r>
              <a:rPr b="0" i="0" lang="en-US" sz="3200" u="none">
                <a:solidFill>
                  <a:schemeClr val="lt2"/>
                </a:solidFill>
                <a:latin typeface="Times New Roman"/>
                <a:ea typeface="Times New Roman"/>
                <a:cs typeface="Times New Roman"/>
                <a:sym typeface="Times New Roman"/>
              </a:rPr>
              <a:t>2D array                          </a:t>
            </a:r>
            <a:r>
              <a:rPr b="0" i="0" lang="en-US" sz="3200" u="none">
                <a:solidFill>
                  <a:schemeClr val="hlink"/>
                </a:solidFill>
                <a:latin typeface="Times New Roman"/>
                <a:ea typeface="Times New Roman"/>
                <a:cs typeface="Times New Roman"/>
                <a:sym typeface="Times New Roman"/>
              </a:rPr>
              <a:t>88 ms</a:t>
            </a:r>
            <a:endParaRPr/>
          </a:p>
          <a:p>
            <a:pPr indent="-342900" lvl="0" marL="342900" rtl="0" algn="l">
              <a:lnSpc>
                <a:spcPct val="100000"/>
              </a:lnSpc>
              <a:spcBef>
                <a:spcPts val="640"/>
              </a:spcBef>
              <a:spcAft>
                <a:spcPts val="0"/>
              </a:spcAft>
              <a:buClr>
                <a:schemeClr val="lt2"/>
              </a:buClr>
              <a:buSzPts val="3200"/>
              <a:buFont typeface="Times New Roman"/>
              <a:buNone/>
            </a:pPr>
            <a:r>
              <a:rPr b="0" i="0" lang="en-US" sz="3200" u="none">
                <a:solidFill>
                  <a:schemeClr val="lt2"/>
                </a:solidFill>
                <a:latin typeface="Times New Roman"/>
                <a:ea typeface="Times New Roman"/>
                <a:cs typeface="Times New Roman"/>
                <a:sym typeface="Times New Roman"/>
              </a:rPr>
              <a:t>Single Array List               </a:t>
            </a:r>
            <a:r>
              <a:rPr b="0" i="0" lang="en-US" sz="3200" u="none">
                <a:solidFill>
                  <a:schemeClr val="hlink"/>
                </a:solidFill>
                <a:latin typeface="Times New Roman"/>
                <a:ea typeface="Times New Roman"/>
                <a:cs typeface="Times New Roman"/>
                <a:sym typeface="Times New Roman"/>
              </a:rPr>
              <a:t>1.8 ms</a:t>
            </a:r>
            <a:endParaRPr/>
          </a:p>
          <a:p>
            <a:pPr indent="-342900" lvl="0" marL="342900" rtl="0" algn="l">
              <a:lnSpc>
                <a:spcPct val="100000"/>
              </a:lnSpc>
              <a:spcBef>
                <a:spcPts val="640"/>
              </a:spcBef>
              <a:spcAft>
                <a:spcPts val="0"/>
              </a:spcAft>
              <a:buClr>
                <a:schemeClr val="lt2"/>
              </a:buClr>
              <a:buSzPts val="3200"/>
              <a:buFont typeface="Times New Roman"/>
              <a:buNone/>
            </a:pPr>
            <a:r>
              <a:rPr b="0" i="0" lang="en-US" sz="3200" u="none">
                <a:solidFill>
                  <a:schemeClr val="lt2"/>
                </a:solidFill>
                <a:latin typeface="Times New Roman"/>
                <a:ea typeface="Times New Roman"/>
                <a:cs typeface="Times New Roman"/>
                <a:sym typeface="Times New Roman"/>
              </a:rPr>
              <a:t>One Chain Per Row           </a:t>
            </a:r>
            <a:r>
              <a:rPr b="0" i="0" lang="en-US" sz="3200" u="none">
                <a:solidFill>
                  <a:schemeClr val="hlink"/>
                </a:solidFill>
                <a:latin typeface="Times New Roman"/>
                <a:ea typeface="Times New Roman"/>
                <a:cs typeface="Times New Roman"/>
                <a:sym typeface="Times New Roman"/>
              </a:rPr>
              <a:t>2.9 ms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Blank Presentation">
  <a:themeElements>
    <a:clrScheme name="">
      <a:dk1>
        <a:srgbClr val="000000"/>
      </a:dk1>
      <a:lt1>
        <a:srgbClr val="0000FF"/>
      </a:lt1>
      <a:dk2>
        <a:srgbClr val="000099"/>
      </a:dk2>
      <a:lt2>
        <a:srgbClr val="000000"/>
      </a:lt2>
      <a:accent1>
        <a:srgbClr val="FF9900"/>
      </a:accent1>
      <a:accent2>
        <a:srgbClr val="00FFFF"/>
      </a:accent2>
      <a:accent3>
        <a:srgbClr val="AAAAFF"/>
      </a:accent3>
      <a:accent4>
        <a:srgbClr val="000000"/>
      </a:accent4>
      <a:accent5>
        <a:srgbClr val="FFCAAA"/>
      </a:accent5>
      <a:accent6>
        <a:srgbClr val="00E7E7"/>
      </a:accent6>
      <a:hlink>
        <a:srgbClr val="FF0033"/>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1995-06-17T23:31:02Z</dcterms:created>
  <dc:creator>Preferred Customer</dc:creator>
</cp:coreProperties>
</file>