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y="7559675" cx="10080625"/>
  <p:notesSz cx="7559675" cy="10691800"/>
  <p:embeddedFontLst>
    <p:embeddedFont>
      <p:font typeface="Roboto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6" roundtripDataSignature="AMtx7miBtKheshzhpARcJVcLEM72oJq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7B5EA7-B7BC-45BE-B6BA-10D544747FF6}">
  <a:tblStyle styleId="{8B7B5EA7-B7BC-45BE-B6BA-10D544747FF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oboto-regular.fntdata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font" Target="fonts/Roboto-italic.fntdata"/><Relationship Id="rId63" Type="http://schemas.openxmlformats.org/officeDocument/2006/relationships/font" Target="fonts/Roboto-bold.fntdata"/><Relationship Id="rId22" Type="http://schemas.openxmlformats.org/officeDocument/2006/relationships/slide" Target="slides/slide15.xml"/><Relationship Id="rId66" Type="http://customschemas.google.com/relationships/presentationmetadata" Target="metadata"/><Relationship Id="rId21" Type="http://schemas.openxmlformats.org/officeDocument/2006/relationships/slide" Target="slides/slide14.xml"/><Relationship Id="rId65" Type="http://schemas.openxmlformats.org/officeDocument/2006/relationships/font" Target="fonts/Roboto-bold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0" name="Google Shape;330;p2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2" name="Google Shape;342;p2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3" name="Google Shape;343;p2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9" name="Google Shape;349;p2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0" name="Google Shape;350;p2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6" name="Google Shape;356;p2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7" name="Google Shape;357;p2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8" name="Google Shape;368;p2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9" name="Google Shape;369;p2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2" name="Google Shape;382;p2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3" name="Google Shape;383;p2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3" name="Google Shape;403;p2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4" name="Google Shape;404;p2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8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7" name="Google Shape;427;p2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8" name="Google Shape;428;p2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6" name="Google Shape;446;p2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7" name="Google Shape;447;p2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1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9" name="Google Shape;459;p3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0" name="Google Shape;460;p3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2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0" name="Google Shape;480;p3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81" name="Google Shape;481;p3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6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6" name="Google Shape;536;p3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7" name="Google Shape;537;p3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8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0" name="Google Shape;550;p3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51" name="Google Shape;551;p3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6" name="Google Shape;556;p3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57" name="Google Shape;557;p3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0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3" name="Google Shape;563;p4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64" name="Google Shape;564;p4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0" name="Google Shape;570;p4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1" name="Google Shape;571;p4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2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7" name="Google Shape;577;p4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8" name="Google Shape;578;p4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3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84" name="Google Shape;584;p4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5" name="Google Shape;585;p4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4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2" name="Google Shape;592;p4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3" name="Google Shape;593;p4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5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0" name="Google Shape;600;p4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01" name="Google Shape;601;p4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6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24" name="Google Shape;624;p4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5" name="Google Shape;625;p4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7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38" name="Google Shape;638;p4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9" name="Google Shape;639;p4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8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6" name="Google Shape;646;p4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47" name="Google Shape;647;p4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1:notes"/>
          <p:cNvSpPr txBox="1"/>
          <p:nvPr/>
        </p:nvSpPr>
        <p:spPr>
          <a:xfrm>
            <a:off x="4278312" y="10156825"/>
            <a:ext cx="328136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66" name="Google Shape;666;p5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7" name="Google Shape;667;p5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/>
          <p:nvPr>
            <p:ph type="ctrTitle"/>
          </p:nvPr>
        </p:nvSpPr>
        <p:spPr>
          <a:xfrm>
            <a:off x="1293327" y="1478685"/>
            <a:ext cx="8568531" cy="125994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6"/>
          <p:cNvSpPr txBox="1"/>
          <p:nvPr>
            <p:ph idx="1" type="subTitle"/>
          </p:nvPr>
        </p:nvSpPr>
        <p:spPr>
          <a:xfrm>
            <a:off x="1286332" y="4283817"/>
            <a:ext cx="7056433" cy="1931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52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6"/>
          <p:cNvSpPr txBox="1"/>
          <p:nvPr>
            <p:ph idx="10" type="dt"/>
          </p:nvPr>
        </p:nvSpPr>
        <p:spPr>
          <a:xfrm>
            <a:off x="1285875" y="6888162"/>
            <a:ext cx="2100262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6"/>
          <p:cNvSpPr txBox="1"/>
          <p:nvPr>
            <p:ph idx="11" type="ftr"/>
          </p:nvPr>
        </p:nvSpPr>
        <p:spPr>
          <a:xfrm>
            <a:off x="3948112" y="6888162"/>
            <a:ext cx="3192462" cy="5032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2" type="sldNum"/>
          </p:nvPr>
        </p:nvSpPr>
        <p:spPr>
          <a:xfrm>
            <a:off x="7727950" y="6888162"/>
            <a:ext cx="2100262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8"/>
          <p:cNvSpPr txBox="1"/>
          <p:nvPr>
            <p:ph idx="1" type="body"/>
          </p:nvPr>
        </p:nvSpPr>
        <p:spPr>
          <a:xfrm>
            <a:off x="671512" y="1427162"/>
            <a:ext cx="8988425" cy="58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6214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52"/>
              <a:buChar char="●"/>
              <a:defRPr/>
            </a:lvl1pPr>
            <a:lvl2pPr indent="-368617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/>
            </a:lvl2pPr>
            <a:lvl3pPr indent="-3966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46"/>
              <a:buFont typeface="Arial"/>
              <a:buChar char="•"/>
              <a:defRPr/>
            </a:lvl3pPr>
            <a:lvl4pPr indent="-368617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/>
            </a:lvl4pPr>
            <a:lvl5pPr indent="-368617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2"/>
          <p:cNvSpPr txBox="1"/>
          <p:nvPr>
            <p:ph type="title"/>
          </p:nvPr>
        </p:nvSpPr>
        <p:spPr>
          <a:xfrm rot="5400000">
            <a:off x="5136080" y="2398137"/>
            <a:ext cx="7307683" cy="2511408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2"/>
          <p:cNvSpPr txBox="1"/>
          <p:nvPr>
            <p:ph idx="1" type="body"/>
          </p:nvPr>
        </p:nvSpPr>
        <p:spPr>
          <a:xfrm rot="5400000">
            <a:off x="29261" y="-29261"/>
            <a:ext cx="7307683" cy="7366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6214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52"/>
              <a:buChar char="●"/>
              <a:defRPr/>
            </a:lvl1pPr>
            <a:lvl2pPr indent="-368617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/>
            </a:lvl2pPr>
            <a:lvl3pPr indent="-3966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46"/>
              <a:buFont typeface="Arial"/>
              <a:buChar char="•"/>
              <a:defRPr/>
            </a:lvl3pPr>
            <a:lvl4pPr indent="-368617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/>
            </a:lvl4pPr>
            <a:lvl5pPr indent="-368617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3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" type="body"/>
          </p:nvPr>
        </p:nvSpPr>
        <p:spPr>
          <a:xfrm rot="5400000">
            <a:off x="2225674" y="-127001"/>
            <a:ext cx="5880100" cy="898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6214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52"/>
              <a:buChar char="●"/>
              <a:defRPr/>
            </a:lvl1pPr>
            <a:lvl2pPr indent="-368617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/>
            </a:lvl2pPr>
            <a:lvl3pPr indent="-3966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46"/>
              <a:buFont typeface="Arial"/>
              <a:buChar char="•"/>
              <a:defRPr/>
            </a:lvl3pPr>
            <a:lvl4pPr indent="-368617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/>
            </a:lvl4pPr>
            <a:lvl5pPr indent="-368617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4"/>
          <p:cNvSpPr txBox="1"/>
          <p:nvPr>
            <p:ph type="title"/>
          </p:nvPr>
        </p:nvSpPr>
        <p:spPr>
          <a:xfrm>
            <a:off x="1975872" y="5291769"/>
            <a:ext cx="6048371" cy="624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2205"/>
              <a:buFont typeface="Times New Roman"/>
              <a:buNone/>
              <a:defRPr sz="220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4"/>
          <p:cNvSpPr txBox="1"/>
          <p:nvPr>
            <p:ph idx="2" type="pic"/>
          </p:nvPr>
        </p:nvSpPr>
        <p:spPr>
          <a:xfrm>
            <a:off x="1975872" y="675467"/>
            <a:ext cx="6048371" cy="4535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399"/>
              </a:buClr>
              <a:buSzPts val="2469"/>
              <a:buFont typeface="Arial"/>
              <a:buNone/>
              <a:defRPr b="0" i="0" sz="35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 b="0" i="0" sz="22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46"/>
              <a:buFont typeface="Arial"/>
              <a:buChar char="•"/>
              <a:defRPr b="0" i="0" sz="26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 b="0" i="0" sz="22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»"/>
              <a:defRPr b="0" i="0" sz="22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74"/>
          <p:cNvSpPr txBox="1"/>
          <p:nvPr>
            <p:ph idx="1" type="body"/>
          </p:nvPr>
        </p:nvSpPr>
        <p:spPr>
          <a:xfrm>
            <a:off x="1975872" y="5916497"/>
            <a:ext cx="6048371" cy="887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80"/>
              <a:buNone/>
              <a:defRPr sz="1543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5"/>
          <p:cNvSpPr txBox="1"/>
          <p:nvPr>
            <p:ph type="title"/>
          </p:nvPr>
        </p:nvSpPr>
        <p:spPr>
          <a:xfrm>
            <a:off x="504035" y="300983"/>
            <a:ext cx="3316455" cy="12809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2205"/>
              <a:buFont typeface="Times New Roman"/>
              <a:buNone/>
              <a:defRPr sz="220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5"/>
          <p:cNvSpPr txBox="1"/>
          <p:nvPr>
            <p:ph idx="1" type="body"/>
          </p:nvPr>
        </p:nvSpPr>
        <p:spPr>
          <a:xfrm>
            <a:off x="3941246" y="300983"/>
            <a:ext cx="5635346" cy="64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375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69"/>
              <a:buChar char="●"/>
              <a:defRPr sz="3527"/>
            </a:lvl1pPr>
            <a:lvl2pPr indent="-424561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086"/>
              <a:buFont typeface="Arial"/>
              <a:buChar char="–"/>
              <a:defRPr sz="3086"/>
            </a:lvl2pPr>
            <a:lvl3pPr indent="-3966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46"/>
              <a:buFont typeface="Arial"/>
              <a:buChar char="•"/>
              <a:defRPr/>
            </a:lvl3pPr>
            <a:lvl4pPr indent="-368617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/>
            </a:lvl4pPr>
            <a:lvl5pPr indent="-368617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75"/>
          <p:cNvSpPr txBox="1"/>
          <p:nvPr>
            <p:ph idx="2" type="body"/>
          </p:nvPr>
        </p:nvSpPr>
        <p:spPr>
          <a:xfrm>
            <a:off x="504035" y="1581930"/>
            <a:ext cx="3316455" cy="5171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80"/>
              <a:buNone/>
              <a:defRPr sz="1543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7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8"/>
          <p:cNvSpPr txBox="1"/>
          <p:nvPr>
            <p:ph type="title"/>
          </p:nvPr>
        </p:nvSpPr>
        <p:spPr>
          <a:xfrm>
            <a:off x="504035" y="302739"/>
            <a:ext cx="9072567" cy="125994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8"/>
          <p:cNvSpPr txBox="1"/>
          <p:nvPr>
            <p:ph idx="1" type="body"/>
          </p:nvPr>
        </p:nvSpPr>
        <p:spPr>
          <a:xfrm>
            <a:off x="504035" y="1692179"/>
            <a:ext cx="4454024" cy="7052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52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78"/>
          <p:cNvSpPr txBox="1"/>
          <p:nvPr>
            <p:ph idx="2" type="body"/>
          </p:nvPr>
        </p:nvSpPr>
        <p:spPr>
          <a:xfrm>
            <a:off x="504035" y="2397401"/>
            <a:ext cx="4454024" cy="4355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6214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52"/>
              <a:buChar char="●"/>
              <a:defRPr/>
            </a:lvl1pPr>
            <a:lvl2pPr indent="-368617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/>
            </a:lvl2pPr>
            <a:lvl3pPr indent="-354583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84"/>
              <a:buFont typeface="Arial"/>
              <a:buChar char="•"/>
              <a:defRPr sz="1984"/>
            </a:lvl3pPr>
            <a:lvl4pPr indent="-340614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Char char="–"/>
              <a:defRPr sz="1764"/>
            </a:lvl4pPr>
            <a:lvl5pPr indent="-340614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Char char="»"/>
              <a:defRPr sz="1764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78"/>
          <p:cNvSpPr txBox="1"/>
          <p:nvPr>
            <p:ph idx="3" type="body"/>
          </p:nvPr>
        </p:nvSpPr>
        <p:spPr>
          <a:xfrm>
            <a:off x="5120813" y="1692179"/>
            <a:ext cx="4455779" cy="7052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52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78"/>
          <p:cNvSpPr txBox="1"/>
          <p:nvPr>
            <p:ph idx="4" type="body"/>
          </p:nvPr>
        </p:nvSpPr>
        <p:spPr>
          <a:xfrm>
            <a:off x="5120813" y="2397401"/>
            <a:ext cx="4455779" cy="4355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6214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52"/>
              <a:buChar char="●"/>
              <a:defRPr/>
            </a:lvl1pPr>
            <a:lvl2pPr indent="-368617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/>
            </a:lvl2pPr>
            <a:lvl3pPr indent="-354583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84"/>
              <a:buFont typeface="Arial"/>
              <a:buChar char="•"/>
              <a:defRPr sz="1984"/>
            </a:lvl3pPr>
            <a:lvl4pPr indent="-340614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Char char="–"/>
              <a:defRPr sz="1764"/>
            </a:lvl4pPr>
            <a:lvl5pPr indent="-340614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Char char="»"/>
              <a:defRPr sz="1764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9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9"/>
          <p:cNvSpPr txBox="1"/>
          <p:nvPr>
            <p:ph idx="1" type="body"/>
          </p:nvPr>
        </p:nvSpPr>
        <p:spPr>
          <a:xfrm>
            <a:off x="672038" y="1427936"/>
            <a:ext cx="4410270" cy="5879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72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60"/>
              <a:buChar char="●"/>
              <a:defRPr sz="3086"/>
            </a:lvl1pPr>
            <a:lvl2pPr indent="-396621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46"/>
              <a:buFont typeface="Arial"/>
              <a:buChar char="–"/>
              <a:defRPr sz="2646"/>
            </a:lvl2pPr>
            <a:lvl3pPr indent="-36861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•"/>
              <a:defRPr sz="2205"/>
            </a:lvl3pPr>
            <a:lvl4pPr indent="-354583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84"/>
              <a:buFont typeface="Arial"/>
              <a:buChar char="–"/>
              <a:defRPr sz="1984"/>
            </a:lvl4pPr>
            <a:lvl5pPr indent="-354583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84"/>
              <a:buFont typeface="Arial"/>
              <a:buChar char="»"/>
              <a:defRPr sz="1984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79"/>
          <p:cNvSpPr txBox="1"/>
          <p:nvPr>
            <p:ph idx="2" type="body"/>
          </p:nvPr>
        </p:nvSpPr>
        <p:spPr>
          <a:xfrm>
            <a:off x="5250329" y="1427936"/>
            <a:ext cx="4410270" cy="5879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72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60"/>
              <a:buChar char="●"/>
              <a:defRPr sz="3086"/>
            </a:lvl1pPr>
            <a:lvl2pPr indent="-396621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46"/>
              <a:buFont typeface="Arial"/>
              <a:buChar char="–"/>
              <a:defRPr sz="2646"/>
            </a:lvl2pPr>
            <a:lvl3pPr indent="-36861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•"/>
              <a:defRPr sz="2205"/>
            </a:lvl3pPr>
            <a:lvl4pPr indent="-354583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84"/>
              <a:buFont typeface="Arial"/>
              <a:buChar char="–"/>
              <a:defRPr sz="1984"/>
            </a:lvl4pPr>
            <a:lvl5pPr indent="-354583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84"/>
              <a:buFont typeface="Arial"/>
              <a:buChar char="»"/>
              <a:defRPr sz="1984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0"/>
          <p:cNvSpPr txBox="1"/>
          <p:nvPr>
            <p:ph type="title"/>
          </p:nvPr>
        </p:nvSpPr>
        <p:spPr>
          <a:xfrm>
            <a:off x="796296" y="4857795"/>
            <a:ext cx="8568531" cy="1501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409"/>
              <a:buFont typeface="Times New Roman"/>
              <a:buNone/>
              <a:defRPr sz="4409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80"/>
          <p:cNvSpPr txBox="1"/>
          <p:nvPr>
            <p:ph idx="1" type="body"/>
          </p:nvPr>
        </p:nvSpPr>
        <p:spPr>
          <a:xfrm>
            <a:off x="796296" y="3204112"/>
            <a:ext cx="8568531" cy="1653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44"/>
              <a:buNone/>
              <a:defRPr sz="2205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0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0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0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1"/>
          <p:cNvSpPr txBox="1"/>
          <p:nvPr>
            <p:ph type="title"/>
          </p:nvPr>
        </p:nvSpPr>
        <p:spPr>
          <a:xfrm>
            <a:off x="503240" y="301623"/>
            <a:ext cx="9069384" cy="1260472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1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61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1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2"/>
          <p:cNvSpPr txBox="1"/>
          <p:nvPr>
            <p:ph type="title"/>
          </p:nvPr>
        </p:nvSpPr>
        <p:spPr>
          <a:xfrm>
            <a:off x="503237" y="301625"/>
            <a:ext cx="9072562" cy="1262062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62"/>
          <p:cNvSpPr txBox="1"/>
          <p:nvPr>
            <p:ph idx="1" type="body"/>
          </p:nvPr>
        </p:nvSpPr>
        <p:spPr>
          <a:xfrm>
            <a:off x="503237" y="1768475"/>
            <a:ext cx="9072562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62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2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2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3"/>
          <p:cNvSpPr txBox="1"/>
          <p:nvPr>
            <p:ph type="title"/>
          </p:nvPr>
        </p:nvSpPr>
        <p:spPr>
          <a:xfrm>
            <a:off x="503237" y="301625"/>
            <a:ext cx="9072562" cy="1262062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3"/>
          <p:cNvSpPr txBox="1"/>
          <p:nvPr>
            <p:ph idx="1" type="body"/>
          </p:nvPr>
        </p:nvSpPr>
        <p:spPr>
          <a:xfrm>
            <a:off x="503240" y="1768477"/>
            <a:ext cx="4459291" cy="438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63"/>
          <p:cNvSpPr txBox="1"/>
          <p:nvPr>
            <p:ph idx="2" type="body"/>
          </p:nvPr>
        </p:nvSpPr>
        <p:spPr>
          <a:xfrm>
            <a:off x="5114925" y="1768477"/>
            <a:ext cx="4460872" cy="438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63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3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3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4"/>
          <p:cNvSpPr txBox="1"/>
          <p:nvPr>
            <p:ph type="title"/>
          </p:nvPr>
        </p:nvSpPr>
        <p:spPr>
          <a:xfrm rot="5400000">
            <a:off x="5516566" y="2093911"/>
            <a:ext cx="5851529" cy="2266953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4"/>
          <p:cNvSpPr txBox="1"/>
          <p:nvPr>
            <p:ph idx="1" type="body"/>
          </p:nvPr>
        </p:nvSpPr>
        <p:spPr>
          <a:xfrm rot="5400000">
            <a:off x="904080" y="-99218"/>
            <a:ext cx="5851529" cy="665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64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4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4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5"/>
          <p:cNvSpPr txBox="1"/>
          <p:nvPr>
            <p:ph type="title"/>
          </p:nvPr>
        </p:nvSpPr>
        <p:spPr>
          <a:xfrm>
            <a:off x="503237" y="301625"/>
            <a:ext cx="9072562" cy="1262062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5"/>
          <p:cNvSpPr txBox="1"/>
          <p:nvPr>
            <p:ph idx="1" type="body"/>
          </p:nvPr>
        </p:nvSpPr>
        <p:spPr>
          <a:xfrm rot="5400000">
            <a:off x="2847181" y="-575468"/>
            <a:ext cx="4384675" cy="907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65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5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5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6"/>
          <p:cNvSpPr txBox="1"/>
          <p:nvPr>
            <p:ph type="title"/>
          </p:nvPr>
        </p:nvSpPr>
        <p:spPr>
          <a:xfrm>
            <a:off x="693736" y="503240"/>
            <a:ext cx="3251204" cy="1765304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6"/>
          <p:cNvSpPr txBox="1"/>
          <p:nvPr>
            <p:ph idx="2" type="pic"/>
          </p:nvPr>
        </p:nvSpPr>
        <p:spPr>
          <a:xfrm>
            <a:off x="4286249" y="1089022"/>
            <a:ext cx="5102223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66"/>
          <p:cNvSpPr txBox="1"/>
          <p:nvPr>
            <p:ph idx="1" type="body"/>
          </p:nvPr>
        </p:nvSpPr>
        <p:spPr>
          <a:xfrm>
            <a:off x="693736" y="2268534"/>
            <a:ext cx="3251204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600"/>
              <a:buFont typeface="Arial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66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6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6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7"/>
          <p:cNvSpPr txBox="1"/>
          <p:nvPr>
            <p:ph type="title"/>
          </p:nvPr>
        </p:nvSpPr>
        <p:spPr>
          <a:xfrm>
            <a:off x="693736" y="503240"/>
            <a:ext cx="3251204" cy="1765304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67"/>
          <p:cNvSpPr txBox="1"/>
          <p:nvPr>
            <p:ph idx="1" type="body"/>
          </p:nvPr>
        </p:nvSpPr>
        <p:spPr>
          <a:xfrm>
            <a:off x="4286249" y="1089022"/>
            <a:ext cx="5102223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67"/>
          <p:cNvSpPr txBox="1"/>
          <p:nvPr>
            <p:ph idx="2" type="body"/>
          </p:nvPr>
        </p:nvSpPr>
        <p:spPr>
          <a:xfrm>
            <a:off x="693736" y="2268534"/>
            <a:ext cx="3251204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600"/>
              <a:buFont typeface="Arial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67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67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67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8"/>
          <p:cNvSpPr txBox="1"/>
          <p:nvPr>
            <p:ph type="title"/>
          </p:nvPr>
        </p:nvSpPr>
        <p:spPr>
          <a:xfrm>
            <a:off x="503237" y="301625"/>
            <a:ext cx="9072562" cy="1262062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68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68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68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9"/>
          <p:cNvSpPr txBox="1"/>
          <p:nvPr>
            <p:ph type="title"/>
          </p:nvPr>
        </p:nvSpPr>
        <p:spPr>
          <a:xfrm>
            <a:off x="693736" y="403222"/>
            <a:ext cx="8694736" cy="1460497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69"/>
          <p:cNvSpPr txBox="1"/>
          <p:nvPr>
            <p:ph idx="1" type="body"/>
          </p:nvPr>
        </p:nvSpPr>
        <p:spPr>
          <a:xfrm>
            <a:off x="693736" y="1852610"/>
            <a:ext cx="4265611" cy="9080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  <a:defRPr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69"/>
          <p:cNvSpPr txBox="1"/>
          <p:nvPr>
            <p:ph idx="2" type="body"/>
          </p:nvPr>
        </p:nvSpPr>
        <p:spPr>
          <a:xfrm>
            <a:off x="693736" y="2760665"/>
            <a:ext cx="4265611" cy="40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69"/>
          <p:cNvSpPr txBox="1"/>
          <p:nvPr>
            <p:ph idx="3" type="body"/>
          </p:nvPr>
        </p:nvSpPr>
        <p:spPr>
          <a:xfrm>
            <a:off x="5103815" y="1852610"/>
            <a:ext cx="4284658" cy="9080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  <a:defRPr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69"/>
          <p:cNvSpPr txBox="1"/>
          <p:nvPr>
            <p:ph idx="4" type="body"/>
          </p:nvPr>
        </p:nvSpPr>
        <p:spPr>
          <a:xfrm>
            <a:off x="5103815" y="2760665"/>
            <a:ext cx="4284658" cy="406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69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69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69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0"/>
          <p:cNvSpPr txBox="1"/>
          <p:nvPr>
            <p:ph type="title"/>
          </p:nvPr>
        </p:nvSpPr>
        <p:spPr>
          <a:xfrm>
            <a:off x="687391" y="1884358"/>
            <a:ext cx="8694736" cy="3144841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70"/>
          <p:cNvSpPr txBox="1"/>
          <p:nvPr>
            <p:ph idx="1" type="body"/>
          </p:nvPr>
        </p:nvSpPr>
        <p:spPr>
          <a:xfrm>
            <a:off x="687391" y="5059366"/>
            <a:ext cx="8694736" cy="1652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Arial"/>
              <a:buNone/>
              <a:defRPr sz="2400">
                <a:solidFill>
                  <a:srgbClr val="89898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70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70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70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1"/>
          <p:cNvSpPr txBox="1"/>
          <p:nvPr>
            <p:ph type="ctrTitle"/>
          </p:nvPr>
        </p:nvSpPr>
        <p:spPr>
          <a:xfrm>
            <a:off x="1260472" y="1236661"/>
            <a:ext cx="7559673" cy="2632072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71"/>
          <p:cNvSpPr txBox="1"/>
          <p:nvPr>
            <p:ph idx="1" type="subTitle"/>
          </p:nvPr>
        </p:nvSpPr>
        <p:spPr>
          <a:xfrm>
            <a:off x="1260472" y="3970333"/>
            <a:ext cx="7559673" cy="182562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71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71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71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5"/>
          <p:cNvGrpSpPr/>
          <p:nvPr/>
        </p:nvGrpSpPr>
        <p:grpSpPr>
          <a:xfrm>
            <a:off x="-3176" y="2687637"/>
            <a:ext cx="10085388" cy="1203325"/>
            <a:chOff x="-3503" y="2687887"/>
            <a:chExt cx="10085009" cy="1203067"/>
          </a:xfrm>
        </p:grpSpPr>
        <p:grpSp>
          <p:nvGrpSpPr>
            <p:cNvPr id="11" name="Google Shape;11;p55"/>
            <p:cNvGrpSpPr/>
            <p:nvPr/>
          </p:nvGrpSpPr>
          <p:grpSpPr>
            <a:xfrm>
              <a:off x="-3502" y="2733379"/>
              <a:ext cx="10085008" cy="1157575"/>
              <a:chOff x="-3502" y="2733379"/>
              <a:chExt cx="10085008" cy="1157575"/>
            </a:xfrm>
          </p:grpSpPr>
          <p:sp>
            <p:nvSpPr>
              <p:cNvPr id="12" name="Google Shape;12;p55"/>
              <p:cNvSpPr/>
              <p:nvPr/>
            </p:nvSpPr>
            <p:spPr>
              <a:xfrm flipH="1" rot="5400000">
                <a:off x="4508339" y="-1738201"/>
                <a:ext cx="1091958" cy="10054375"/>
              </a:xfrm>
              <a:custGeom>
                <a:rect b="b" l="l" r="r" t="t"/>
                <a:pathLst>
                  <a:path extrusionOk="0" h="720" w="100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55"/>
              <p:cNvSpPr/>
              <p:nvPr/>
            </p:nvSpPr>
            <p:spPr>
              <a:xfrm flipH="1" rot="5400000">
                <a:off x="6671420" y="2920589"/>
                <a:ext cx="1091958" cy="736796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55"/>
              <p:cNvSpPr/>
              <p:nvPr/>
            </p:nvSpPr>
            <p:spPr>
              <a:xfrm flipH="1" rot="5400000">
                <a:off x="7266508" y="2920584"/>
                <a:ext cx="1091958" cy="73854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55"/>
              <p:cNvSpPr/>
              <p:nvPr/>
            </p:nvSpPr>
            <p:spPr>
              <a:xfrm flipH="1" rot="5400000">
                <a:off x="9086621" y="3107844"/>
                <a:ext cx="1091958" cy="446282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55"/>
              <p:cNvSpPr/>
              <p:nvPr/>
            </p:nvSpPr>
            <p:spPr>
              <a:xfrm flipH="1" rot="5400000">
                <a:off x="7823039" y="3032589"/>
                <a:ext cx="1091958" cy="51453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55"/>
              <p:cNvSpPr/>
              <p:nvPr/>
            </p:nvSpPr>
            <p:spPr>
              <a:xfrm flipH="1" rot="5400000">
                <a:off x="8211517" y="2973084"/>
                <a:ext cx="1091958" cy="633542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55"/>
              <p:cNvSpPr/>
              <p:nvPr/>
            </p:nvSpPr>
            <p:spPr>
              <a:xfrm flipH="1" rot="5400000">
                <a:off x="8701553" y="3062339"/>
                <a:ext cx="1105948" cy="551282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55"/>
              <p:cNvSpPr/>
              <p:nvPr/>
            </p:nvSpPr>
            <p:spPr>
              <a:xfrm flipH="1" rot="5400000">
                <a:off x="3405714" y="2913584"/>
                <a:ext cx="1091958" cy="736796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55"/>
              <p:cNvSpPr/>
              <p:nvPr/>
            </p:nvSpPr>
            <p:spPr>
              <a:xfrm flipH="1" rot="5400000">
                <a:off x="3962296" y="2911843"/>
                <a:ext cx="1091958" cy="73854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55"/>
              <p:cNvSpPr/>
              <p:nvPr/>
            </p:nvSpPr>
            <p:spPr>
              <a:xfrm flipH="1" rot="5400000">
                <a:off x="5785911" y="3099093"/>
                <a:ext cx="1091958" cy="446282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0033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55"/>
              <p:cNvSpPr/>
              <p:nvPr/>
            </p:nvSpPr>
            <p:spPr>
              <a:xfrm flipH="1" rot="5400000">
                <a:off x="4520583" y="3023848"/>
                <a:ext cx="1091958" cy="51453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55"/>
              <p:cNvSpPr/>
              <p:nvPr/>
            </p:nvSpPr>
            <p:spPr>
              <a:xfrm flipH="1" rot="5400000">
                <a:off x="4910816" y="2966089"/>
                <a:ext cx="1091958" cy="631786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55"/>
              <p:cNvSpPr/>
              <p:nvPr/>
            </p:nvSpPr>
            <p:spPr>
              <a:xfrm flipH="1" rot="5400000">
                <a:off x="5395595" y="3011590"/>
                <a:ext cx="1105948" cy="553038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55"/>
              <p:cNvSpPr/>
              <p:nvPr/>
            </p:nvSpPr>
            <p:spPr>
              <a:xfrm flipH="1" rot="5400000">
                <a:off x="1890123" y="2920589"/>
                <a:ext cx="1091958" cy="736796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55"/>
              <p:cNvSpPr/>
              <p:nvPr/>
            </p:nvSpPr>
            <p:spPr>
              <a:xfrm flipH="1" rot="5400000">
                <a:off x="2446705" y="2920584"/>
                <a:ext cx="1091958" cy="73854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3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55"/>
              <p:cNvSpPr/>
              <p:nvPr/>
            </p:nvSpPr>
            <p:spPr>
              <a:xfrm flipH="1" rot="5400000">
                <a:off x="1004614" y="3079845"/>
                <a:ext cx="1091958" cy="446282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55"/>
              <p:cNvSpPr/>
              <p:nvPr/>
            </p:nvSpPr>
            <p:spPr>
              <a:xfrm flipH="1">
                <a:off x="-3502" y="2733379"/>
                <a:ext cx="509284" cy="1093704"/>
              </a:xfrm>
              <a:custGeom>
                <a:rect b="b" l="l" r="r" t="t"/>
                <a:pathLst>
                  <a:path extrusionOk="0" h="625" w="291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55"/>
              <p:cNvSpPr/>
              <p:nvPr/>
            </p:nvSpPr>
            <p:spPr>
              <a:xfrm flipH="1" rot="5400000">
                <a:off x="129519" y="2966089"/>
                <a:ext cx="1091958" cy="631786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55"/>
              <p:cNvSpPr/>
              <p:nvPr/>
            </p:nvSpPr>
            <p:spPr>
              <a:xfrm flipH="1" rot="5400000">
                <a:off x="575792" y="3011590"/>
                <a:ext cx="1105948" cy="553038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55"/>
            <p:cNvSpPr/>
            <p:nvPr/>
          </p:nvSpPr>
          <p:spPr>
            <a:xfrm flipH="1">
              <a:off x="-3502" y="2687887"/>
              <a:ext cx="10084122" cy="720967"/>
            </a:xfrm>
            <a:custGeom>
              <a:rect b="b" l="l" r="r" t="t"/>
              <a:pathLst>
                <a:path extrusionOk="0" h="385" w="5762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55"/>
            <p:cNvSpPr/>
            <p:nvPr/>
          </p:nvSpPr>
          <p:spPr>
            <a:xfrm flipH="1">
              <a:off x="-3503" y="3529602"/>
              <a:ext cx="10082375" cy="330738"/>
            </a:xfrm>
            <a:custGeom>
              <a:rect b="b" l="l" r="r" t="t"/>
              <a:pathLst>
                <a:path extrusionOk="0" h="189" w="5761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55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  <a:defRPr b="1" i="1" sz="4850" u="none" cap="none" strike="noStrik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55"/>
          <p:cNvSpPr txBox="1"/>
          <p:nvPr>
            <p:ph idx="1" type="body"/>
          </p:nvPr>
        </p:nvSpPr>
        <p:spPr>
          <a:xfrm>
            <a:off x="671512" y="1427162"/>
            <a:ext cx="8988425" cy="58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6214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52"/>
              <a:buFont typeface="Arial"/>
              <a:buChar char="●"/>
              <a:defRPr b="0" i="0" sz="26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61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 b="0" i="0" sz="22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662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46"/>
              <a:buFont typeface="Arial"/>
              <a:buChar char="•"/>
              <a:defRPr b="0" i="0" sz="26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617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 b="0" i="0" sz="22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617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»"/>
              <a:defRPr b="0" i="0" sz="22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5"/>
          <p:cNvSpPr txBox="1"/>
          <p:nvPr>
            <p:ph idx="10" type="dt"/>
          </p:nvPr>
        </p:nvSpPr>
        <p:spPr>
          <a:xfrm>
            <a:off x="1285875" y="6888162"/>
            <a:ext cx="2100262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5"/>
          <p:cNvSpPr txBox="1"/>
          <p:nvPr>
            <p:ph idx="11" type="ftr"/>
          </p:nvPr>
        </p:nvSpPr>
        <p:spPr>
          <a:xfrm>
            <a:off x="3948112" y="6888162"/>
            <a:ext cx="3192462" cy="5032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5"/>
          <p:cNvSpPr txBox="1"/>
          <p:nvPr>
            <p:ph idx="12" type="sldNum"/>
          </p:nvPr>
        </p:nvSpPr>
        <p:spPr>
          <a:xfrm>
            <a:off x="7727950" y="6888162"/>
            <a:ext cx="2100262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  <a:defRPr b="1" i="1" sz="4850" u="none" cap="none" strike="noStrik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57"/>
          <p:cNvSpPr txBox="1"/>
          <p:nvPr>
            <p:ph idx="1" type="body"/>
          </p:nvPr>
        </p:nvSpPr>
        <p:spPr>
          <a:xfrm>
            <a:off x="671512" y="1427162"/>
            <a:ext cx="8988425" cy="58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6214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52"/>
              <a:buFont typeface="Arial"/>
              <a:buChar char="●"/>
              <a:defRPr b="0" i="0" sz="26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61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 b="0" i="0" sz="22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662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46"/>
              <a:buFont typeface="Arial"/>
              <a:buChar char="•"/>
              <a:defRPr b="0" i="0" sz="26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617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–"/>
              <a:defRPr b="0" i="0" sz="22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617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Char char="»"/>
              <a:defRPr b="0" i="0" sz="22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47" name="Google Shape;47;p57"/>
          <p:cNvGrpSpPr/>
          <p:nvPr/>
        </p:nvGrpSpPr>
        <p:grpSpPr>
          <a:xfrm>
            <a:off x="0" y="858837"/>
            <a:ext cx="10080624" cy="288924"/>
            <a:chOff x="0" y="859215"/>
            <a:chExt cx="10080627" cy="288558"/>
          </a:xfrm>
        </p:grpSpPr>
        <p:sp>
          <p:nvSpPr>
            <p:cNvPr id="48" name="Google Shape;48;p57"/>
            <p:cNvSpPr/>
            <p:nvPr/>
          </p:nvSpPr>
          <p:spPr>
            <a:xfrm flipH="1" rot="5400000">
              <a:off x="4914213" y="-4021631"/>
              <a:ext cx="281946" cy="10050883"/>
            </a:xfrm>
            <a:custGeom>
              <a:rect b="b" l="l" r="r" t="t"/>
              <a:pathLst>
                <a:path extrusionOk="0" h="720" w="1000">
                  <a:moveTo>
                    <a:pt x="0" y="0"/>
                  </a:moveTo>
                  <a:lnTo>
                    <a:pt x="0" y="720"/>
                  </a:lnTo>
                  <a:lnTo>
                    <a:pt x="1000" y="720"/>
                  </a:lnTo>
                  <a:lnTo>
                    <a:pt x="1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57"/>
            <p:cNvSpPr/>
            <p:nvPr/>
          </p:nvSpPr>
          <p:spPr>
            <a:xfrm flipH="1" rot="5400000">
              <a:off x="7064292" y="648433"/>
              <a:ext cx="281946" cy="710296"/>
            </a:xfrm>
            <a:custGeom>
              <a:rect b="b" l="l" r="r" t="t"/>
              <a:pathLst>
                <a:path extrusionOk="0" h="317" w="624">
                  <a:moveTo>
                    <a:pt x="0" y="0"/>
                  </a:moveTo>
                  <a:cubicBezTo>
                    <a:pt x="0" y="0"/>
                    <a:pt x="0" y="272"/>
                    <a:pt x="0" y="272"/>
                  </a:cubicBezTo>
                  <a:cubicBezTo>
                    <a:pt x="432" y="224"/>
                    <a:pt x="520" y="317"/>
                    <a:pt x="624" y="272"/>
                  </a:cubicBezTo>
                  <a:lnTo>
                    <a:pt x="6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9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57"/>
            <p:cNvSpPr/>
            <p:nvPr/>
          </p:nvSpPr>
          <p:spPr>
            <a:xfrm flipH="1" rot="5400000">
              <a:off x="7650386" y="656077"/>
              <a:ext cx="281946" cy="694550"/>
            </a:xfrm>
            <a:custGeom>
              <a:rect b="b" l="l" r="r" t="t"/>
              <a:pathLst>
                <a:path extrusionOk="0" h="317" w="624">
                  <a:moveTo>
                    <a:pt x="0" y="0"/>
                  </a:moveTo>
                  <a:lnTo>
                    <a:pt x="0" y="272"/>
                  </a:lnTo>
                  <a:cubicBezTo>
                    <a:pt x="104" y="317"/>
                    <a:pt x="432" y="240"/>
                    <a:pt x="624" y="272"/>
                  </a:cubicBezTo>
                  <a:lnTo>
                    <a:pt x="6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1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7"/>
            <p:cNvSpPr/>
            <p:nvPr/>
          </p:nvSpPr>
          <p:spPr>
            <a:xfrm flipH="1" rot="5400000">
              <a:off x="9490854" y="780289"/>
              <a:ext cx="281946" cy="446126"/>
            </a:xfrm>
            <a:custGeom>
              <a:rect b="b" l="l" r="r" t="t"/>
              <a:pathLst>
                <a:path extrusionOk="0" h="370" w="624">
                  <a:moveTo>
                    <a:pt x="0" y="53"/>
                  </a:moveTo>
                  <a:lnTo>
                    <a:pt x="0" y="325"/>
                  </a:lnTo>
                  <a:cubicBezTo>
                    <a:pt x="104" y="370"/>
                    <a:pt x="520" y="370"/>
                    <a:pt x="624" y="325"/>
                  </a:cubicBezTo>
                  <a:lnTo>
                    <a:pt x="624" y="53"/>
                  </a:lnTo>
                  <a:cubicBezTo>
                    <a:pt x="584" y="0"/>
                    <a:pt x="488" y="8"/>
                    <a:pt x="384" y="8"/>
                  </a:cubicBezTo>
                  <a:cubicBezTo>
                    <a:pt x="280" y="8"/>
                    <a:pt x="80" y="44"/>
                    <a:pt x="0" y="53"/>
                  </a:cubicBezTo>
                  <a:close/>
                </a:path>
              </a:pathLst>
            </a:custGeom>
            <a:solidFill>
              <a:srgbClr val="549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57"/>
            <p:cNvSpPr/>
            <p:nvPr/>
          </p:nvSpPr>
          <p:spPr>
            <a:xfrm flipH="1" rot="5400000">
              <a:off x="8185772" y="746406"/>
              <a:ext cx="281946" cy="514350"/>
            </a:xfrm>
            <a:custGeom>
              <a:rect b="b" l="l" r="r" t="t"/>
              <a:pathLst>
                <a:path extrusionOk="0" h="317" w="624">
                  <a:moveTo>
                    <a:pt x="0" y="0"/>
                  </a:moveTo>
                  <a:lnTo>
                    <a:pt x="0" y="272"/>
                  </a:lnTo>
                  <a:cubicBezTo>
                    <a:pt x="104" y="317"/>
                    <a:pt x="520" y="317"/>
                    <a:pt x="624" y="272"/>
                  </a:cubicBezTo>
                  <a:lnTo>
                    <a:pt x="624" y="0"/>
                  </a:lnTo>
                  <a:cubicBezTo>
                    <a:pt x="240" y="42"/>
                    <a:pt x="13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7"/>
            <p:cNvSpPr/>
            <p:nvPr/>
          </p:nvSpPr>
          <p:spPr>
            <a:xfrm flipH="1" rot="5400000">
              <a:off x="8574113" y="686920"/>
              <a:ext cx="281946" cy="633322"/>
            </a:xfrm>
            <a:custGeom>
              <a:rect b="b" l="l" r="r" t="t"/>
              <a:pathLst>
                <a:path extrusionOk="0" h="272" w="624">
                  <a:moveTo>
                    <a:pt x="0" y="0"/>
                  </a:moveTo>
                  <a:cubicBezTo>
                    <a:pt x="0" y="0"/>
                    <a:pt x="0" y="272"/>
                    <a:pt x="0" y="272"/>
                  </a:cubicBezTo>
                  <a:cubicBezTo>
                    <a:pt x="96" y="240"/>
                    <a:pt x="136" y="240"/>
                    <a:pt x="240" y="240"/>
                  </a:cubicBezTo>
                  <a:cubicBezTo>
                    <a:pt x="344" y="240"/>
                    <a:pt x="528" y="272"/>
                    <a:pt x="624" y="272"/>
                  </a:cubicBezTo>
                  <a:lnTo>
                    <a:pt x="6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7"/>
            <p:cNvSpPr/>
            <p:nvPr/>
          </p:nvSpPr>
          <p:spPr>
            <a:xfrm flipH="1" rot="5400000">
              <a:off x="9108800" y="729669"/>
              <a:ext cx="285119" cy="551090"/>
            </a:xfrm>
            <a:custGeom>
              <a:rect b="b" l="l" r="r" t="t"/>
              <a:pathLst>
                <a:path extrusionOk="0" h="362" w="632">
                  <a:moveTo>
                    <a:pt x="8" y="45"/>
                  </a:moveTo>
                  <a:lnTo>
                    <a:pt x="8" y="317"/>
                  </a:lnTo>
                  <a:cubicBezTo>
                    <a:pt x="48" y="362"/>
                    <a:pt x="144" y="317"/>
                    <a:pt x="248" y="317"/>
                  </a:cubicBezTo>
                  <a:cubicBezTo>
                    <a:pt x="352" y="317"/>
                    <a:pt x="568" y="362"/>
                    <a:pt x="632" y="317"/>
                  </a:cubicBezTo>
                  <a:lnTo>
                    <a:pt x="632" y="45"/>
                  </a:lnTo>
                  <a:cubicBezTo>
                    <a:pt x="544" y="0"/>
                    <a:pt x="208" y="45"/>
                    <a:pt x="104" y="45"/>
                  </a:cubicBezTo>
                  <a:cubicBezTo>
                    <a:pt x="0" y="45"/>
                    <a:pt x="28" y="45"/>
                    <a:pt x="8" y="45"/>
                  </a:cubicBez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7"/>
            <p:cNvSpPr/>
            <p:nvPr/>
          </p:nvSpPr>
          <p:spPr>
            <a:xfrm flipH="1" rot="5400000">
              <a:off x="3771927" y="632847"/>
              <a:ext cx="283308" cy="736540"/>
            </a:xfrm>
            <a:custGeom>
              <a:rect b="b" l="l" r="r" t="t"/>
              <a:pathLst>
                <a:path extrusionOk="0" h="317" w="624">
                  <a:moveTo>
                    <a:pt x="0" y="0"/>
                  </a:moveTo>
                  <a:cubicBezTo>
                    <a:pt x="0" y="0"/>
                    <a:pt x="0" y="272"/>
                    <a:pt x="0" y="272"/>
                  </a:cubicBezTo>
                  <a:cubicBezTo>
                    <a:pt x="432" y="224"/>
                    <a:pt x="520" y="317"/>
                    <a:pt x="624" y="272"/>
                  </a:cubicBezTo>
                  <a:lnTo>
                    <a:pt x="6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9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7"/>
            <p:cNvSpPr/>
            <p:nvPr/>
          </p:nvSpPr>
          <p:spPr>
            <a:xfrm flipH="1" rot="5400000">
              <a:off x="4368559" y="631727"/>
              <a:ext cx="283308" cy="738286"/>
            </a:xfrm>
            <a:custGeom>
              <a:rect b="b" l="l" r="r" t="t"/>
              <a:pathLst>
                <a:path extrusionOk="0" h="317" w="624">
                  <a:moveTo>
                    <a:pt x="0" y="0"/>
                  </a:moveTo>
                  <a:lnTo>
                    <a:pt x="0" y="272"/>
                  </a:lnTo>
                  <a:cubicBezTo>
                    <a:pt x="104" y="317"/>
                    <a:pt x="432" y="240"/>
                    <a:pt x="624" y="272"/>
                  </a:cubicBezTo>
                  <a:lnTo>
                    <a:pt x="6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7"/>
            <p:cNvSpPr/>
            <p:nvPr/>
          </p:nvSpPr>
          <p:spPr>
            <a:xfrm flipH="1" rot="5400000">
              <a:off x="6231727" y="778054"/>
              <a:ext cx="283308" cy="446126"/>
            </a:xfrm>
            <a:custGeom>
              <a:rect b="b" l="l" r="r" t="t"/>
              <a:pathLst>
                <a:path extrusionOk="0" h="370" w="624">
                  <a:moveTo>
                    <a:pt x="0" y="53"/>
                  </a:moveTo>
                  <a:lnTo>
                    <a:pt x="0" y="325"/>
                  </a:lnTo>
                  <a:cubicBezTo>
                    <a:pt x="104" y="370"/>
                    <a:pt x="520" y="370"/>
                    <a:pt x="624" y="325"/>
                  </a:cubicBezTo>
                  <a:lnTo>
                    <a:pt x="624" y="53"/>
                  </a:lnTo>
                  <a:cubicBezTo>
                    <a:pt x="584" y="0"/>
                    <a:pt x="488" y="8"/>
                    <a:pt x="384" y="8"/>
                  </a:cubicBezTo>
                  <a:cubicBezTo>
                    <a:pt x="280" y="8"/>
                    <a:pt x="80" y="44"/>
                    <a:pt x="0" y="53"/>
                  </a:cubicBez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7"/>
            <p:cNvSpPr/>
            <p:nvPr/>
          </p:nvSpPr>
          <p:spPr>
            <a:xfrm flipH="1" rot="5400000">
              <a:off x="4926645" y="743695"/>
              <a:ext cx="283308" cy="514350"/>
            </a:xfrm>
            <a:custGeom>
              <a:rect b="b" l="l" r="r" t="t"/>
              <a:pathLst>
                <a:path extrusionOk="0" h="317" w="624">
                  <a:moveTo>
                    <a:pt x="0" y="0"/>
                  </a:moveTo>
                  <a:lnTo>
                    <a:pt x="0" y="272"/>
                  </a:lnTo>
                  <a:cubicBezTo>
                    <a:pt x="104" y="317"/>
                    <a:pt x="520" y="317"/>
                    <a:pt x="624" y="272"/>
                  </a:cubicBezTo>
                  <a:lnTo>
                    <a:pt x="624" y="0"/>
                  </a:lnTo>
                  <a:cubicBezTo>
                    <a:pt x="240" y="42"/>
                    <a:pt x="130" y="0"/>
                    <a:pt x="0" y="0"/>
                  </a:cubicBezTo>
                  <a:close/>
                </a:path>
              </a:pathLst>
            </a:custGeom>
            <a:solidFill>
              <a:srgbClr val="E1E1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57"/>
            <p:cNvSpPr/>
            <p:nvPr/>
          </p:nvSpPr>
          <p:spPr>
            <a:xfrm flipH="1" rot="5400000">
              <a:off x="5356993" y="685334"/>
              <a:ext cx="283308" cy="631566"/>
            </a:xfrm>
            <a:custGeom>
              <a:rect b="b" l="l" r="r" t="t"/>
              <a:pathLst>
                <a:path extrusionOk="0" h="272" w="624">
                  <a:moveTo>
                    <a:pt x="0" y="0"/>
                  </a:moveTo>
                  <a:cubicBezTo>
                    <a:pt x="0" y="0"/>
                    <a:pt x="0" y="272"/>
                    <a:pt x="0" y="272"/>
                  </a:cubicBezTo>
                  <a:cubicBezTo>
                    <a:pt x="96" y="240"/>
                    <a:pt x="136" y="240"/>
                    <a:pt x="240" y="240"/>
                  </a:cubicBezTo>
                  <a:cubicBezTo>
                    <a:pt x="344" y="240"/>
                    <a:pt x="528" y="272"/>
                    <a:pt x="624" y="272"/>
                  </a:cubicBezTo>
                  <a:lnTo>
                    <a:pt x="6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7"/>
            <p:cNvSpPr/>
            <p:nvPr/>
          </p:nvSpPr>
          <p:spPr>
            <a:xfrm flipH="1" rot="5400000">
              <a:off x="5806591" y="726275"/>
              <a:ext cx="286929" cy="552846"/>
            </a:xfrm>
            <a:custGeom>
              <a:rect b="b" l="l" r="r" t="t"/>
              <a:pathLst>
                <a:path extrusionOk="0" h="362" w="632">
                  <a:moveTo>
                    <a:pt x="8" y="45"/>
                  </a:moveTo>
                  <a:lnTo>
                    <a:pt x="8" y="317"/>
                  </a:lnTo>
                  <a:cubicBezTo>
                    <a:pt x="48" y="362"/>
                    <a:pt x="144" y="317"/>
                    <a:pt x="248" y="317"/>
                  </a:cubicBezTo>
                  <a:cubicBezTo>
                    <a:pt x="352" y="317"/>
                    <a:pt x="568" y="362"/>
                    <a:pt x="632" y="317"/>
                  </a:cubicBezTo>
                  <a:lnTo>
                    <a:pt x="632" y="45"/>
                  </a:lnTo>
                  <a:cubicBezTo>
                    <a:pt x="544" y="0"/>
                    <a:pt x="208" y="45"/>
                    <a:pt x="104" y="45"/>
                  </a:cubicBezTo>
                  <a:cubicBezTo>
                    <a:pt x="0" y="45"/>
                    <a:pt x="28" y="45"/>
                    <a:pt x="8" y="4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7"/>
            <p:cNvSpPr/>
            <p:nvPr/>
          </p:nvSpPr>
          <p:spPr>
            <a:xfrm flipH="1" rot="5400000">
              <a:off x="2237472" y="657179"/>
              <a:ext cx="281946" cy="692804"/>
            </a:xfrm>
            <a:custGeom>
              <a:rect b="b" l="l" r="r" t="t"/>
              <a:pathLst>
                <a:path extrusionOk="0" h="317" w="624">
                  <a:moveTo>
                    <a:pt x="0" y="0"/>
                  </a:moveTo>
                  <a:cubicBezTo>
                    <a:pt x="0" y="0"/>
                    <a:pt x="0" y="272"/>
                    <a:pt x="0" y="272"/>
                  </a:cubicBezTo>
                  <a:cubicBezTo>
                    <a:pt x="432" y="224"/>
                    <a:pt x="520" y="317"/>
                    <a:pt x="624" y="272"/>
                  </a:cubicBezTo>
                  <a:lnTo>
                    <a:pt x="6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7"/>
            <p:cNvSpPr/>
            <p:nvPr/>
          </p:nvSpPr>
          <p:spPr>
            <a:xfrm flipH="1" rot="5400000">
              <a:off x="2811313" y="634438"/>
              <a:ext cx="281946" cy="738286"/>
            </a:xfrm>
            <a:custGeom>
              <a:rect b="b" l="l" r="r" t="t"/>
              <a:pathLst>
                <a:path extrusionOk="0" h="317" w="624">
                  <a:moveTo>
                    <a:pt x="0" y="0"/>
                  </a:moveTo>
                  <a:lnTo>
                    <a:pt x="0" y="272"/>
                  </a:lnTo>
                  <a:cubicBezTo>
                    <a:pt x="104" y="317"/>
                    <a:pt x="432" y="240"/>
                    <a:pt x="624" y="272"/>
                  </a:cubicBezTo>
                  <a:lnTo>
                    <a:pt x="6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57"/>
            <p:cNvSpPr/>
            <p:nvPr/>
          </p:nvSpPr>
          <p:spPr>
            <a:xfrm flipH="1" rot="5400000">
              <a:off x="1413598" y="778054"/>
              <a:ext cx="283308" cy="446126"/>
            </a:xfrm>
            <a:custGeom>
              <a:rect b="b" l="l" r="r" t="t"/>
              <a:pathLst>
                <a:path extrusionOk="0" h="370" w="624">
                  <a:moveTo>
                    <a:pt x="0" y="53"/>
                  </a:moveTo>
                  <a:lnTo>
                    <a:pt x="0" y="325"/>
                  </a:lnTo>
                  <a:cubicBezTo>
                    <a:pt x="104" y="370"/>
                    <a:pt x="520" y="370"/>
                    <a:pt x="624" y="325"/>
                  </a:cubicBezTo>
                  <a:lnTo>
                    <a:pt x="624" y="53"/>
                  </a:lnTo>
                  <a:cubicBezTo>
                    <a:pt x="584" y="0"/>
                    <a:pt x="488" y="8"/>
                    <a:pt x="384" y="8"/>
                  </a:cubicBezTo>
                  <a:cubicBezTo>
                    <a:pt x="280" y="8"/>
                    <a:pt x="80" y="44"/>
                    <a:pt x="0" y="53"/>
                  </a:cubicBezTo>
                  <a:close/>
                </a:path>
              </a:pathLst>
            </a:custGeom>
            <a:solidFill>
              <a:srgbClr val="E1E1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57"/>
            <p:cNvSpPr/>
            <p:nvPr/>
          </p:nvSpPr>
          <p:spPr>
            <a:xfrm flipH="1">
              <a:off x="0" y="859215"/>
              <a:ext cx="509101" cy="283308"/>
            </a:xfrm>
            <a:custGeom>
              <a:rect b="b" l="l" r="r" t="t"/>
              <a:pathLst>
                <a:path extrusionOk="0" h="625" w="291">
                  <a:moveTo>
                    <a:pt x="0" y="624"/>
                  </a:moveTo>
                  <a:lnTo>
                    <a:pt x="291" y="625"/>
                  </a:lnTo>
                  <a:lnTo>
                    <a:pt x="291" y="6"/>
                  </a:lnTo>
                  <a:lnTo>
                    <a:pt x="0" y="0"/>
                  </a:lnTo>
                  <a:cubicBezTo>
                    <a:pt x="39" y="384"/>
                    <a:pt x="0" y="494"/>
                    <a:pt x="0" y="6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57"/>
            <p:cNvSpPr/>
            <p:nvPr/>
          </p:nvSpPr>
          <p:spPr>
            <a:xfrm flipH="1" rot="5400000">
              <a:off x="538864" y="685334"/>
              <a:ext cx="283308" cy="631566"/>
            </a:xfrm>
            <a:custGeom>
              <a:rect b="b" l="l" r="r" t="t"/>
              <a:pathLst>
                <a:path extrusionOk="0" h="272" w="624">
                  <a:moveTo>
                    <a:pt x="0" y="0"/>
                  </a:moveTo>
                  <a:cubicBezTo>
                    <a:pt x="0" y="0"/>
                    <a:pt x="0" y="272"/>
                    <a:pt x="0" y="272"/>
                  </a:cubicBezTo>
                  <a:cubicBezTo>
                    <a:pt x="96" y="240"/>
                    <a:pt x="136" y="240"/>
                    <a:pt x="240" y="240"/>
                  </a:cubicBezTo>
                  <a:cubicBezTo>
                    <a:pt x="344" y="240"/>
                    <a:pt x="528" y="272"/>
                    <a:pt x="624" y="272"/>
                  </a:cubicBezTo>
                  <a:lnTo>
                    <a:pt x="6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57"/>
            <p:cNvSpPr/>
            <p:nvPr/>
          </p:nvSpPr>
          <p:spPr>
            <a:xfrm flipH="1" rot="5400000">
              <a:off x="988462" y="726275"/>
              <a:ext cx="286929" cy="552846"/>
            </a:xfrm>
            <a:custGeom>
              <a:rect b="b" l="l" r="r" t="t"/>
              <a:pathLst>
                <a:path extrusionOk="0" h="362" w="632">
                  <a:moveTo>
                    <a:pt x="8" y="45"/>
                  </a:moveTo>
                  <a:lnTo>
                    <a:pt x="8" y="317"/>
                  </a:lnTo>
                  <a:cubicBezTo>
                    <a:pt x="48" y="362"/>
                    <a:pt x="144" y="317"/>
                    <a:pt x="248" y="317"/>
                  </a:cubicBezTo>
                  <a:cubicBezTo>
                    <a:pt x="352" y="317"/>
                    <a:pt x="568" y="362"/>
                    <a:pt x="632" y="317"/>
                  </a:cubicBezTo>
                  <a:lnTo>
                    <a:pt x="632" y="45"/>
                  </a:lnTo>
                  <a:cubicBezTo>
                    <a:pt x="544" y="0"/>
                    <a:pt x="208" y="45"/>
                    <a:pt x="104" y="45"/>
                  </a:cubicBezTo>
                  <a:cubicBezTo>
                    <a:pt x="0" y="45"/>
                    <a:pt x="28" y="45"/>
                    <a:pt x="8" y="45"/>
                  </a:cubicBez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p57"/>
          <p:cNvSpPr txBox="1"/>
          <p:nvPr/>
        </p:nvSpPr>
        <p:spPr>
          <a:xfrm flipH="1" rot="10800000">
            <a:off x="0" y="755650"/>
            <a:ext cx="10080625" cy="18097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999999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7"/>
          <p:cNvSpPr txBox="1"/>
          <p:nvPr/>
        </p:nvSpPr>
        <p:spPr>
          <a:xfrm flipH="1" rot="10800000">
            <a:off x="0" y="1008062"/>
            <a:ext cx="10080625" cy="179387"/>
          </a:xfrm>
          <a:prstGeom prst="rect">
            <a:avLst/>
          </a:prstGeom>
          <a:gradFill>
            <a:gsLst>
              <a:gs pos="0">
                <a:srgbClr val="999999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9"/>
          <p:cNvSpPr txBox="1"/>
          <p:nvPr>
            <p:ph type="title"/>
          </p:nvPr>
        </p:nvSpPr>
        <p:spPr>
          <a:xfrm>
            <a:off x="503237" y="301625"/>
            <a:ext cx="9072562" cy="1262062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" name="Google Shape;104;p59"/>
          <p:cNvSpPr txBox="1"/>
          <p:nvPr>
            <p:ph idx="1" type="body"/>
          </p:nvPr>
        </p:nvSpPr>
        <p:spPr>
          <a:xfrm>
            <a:off x="503237" y="1768475"/>
            <a:ext cx="9072562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59"/>
          <p:cNvSpPr txBox="1"/>
          <p:nvPr>
            <p:ph idx="10" type="dt"/>
          </p:nvPr>
        </p:nvSpPr>
        <p:spPr>
          <a:xfrm>
            <a:off x="503237" y="6886575"/>
            <a:ext cx="23495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59"/>
          <p:cNvSpPr txBox="1"/>
          <p:nvPr>
            <p:ph idx="11" type="ftr"/>
          </p:nvPr>
        </p:nvSpPr>
        <p:spPr>
          <a:xfrm>
            <a:off x="3448050" y="6886575"/>
            <a:ext cx="3194050" cy="5222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59"/>
          <p:cNvSpPr txBox="1"/>
          <p:nvPr>
            <p:ph idx="12" type="sldNum"/>
          </p:nvPr>
        </p:nvSpPr>
        <p:spPr>
          <a:xfrm>
            <a:off x="7227887" y="6886575"/>
            <a:ext cx="2347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"/>
          <p:cNvSpPr txBox="1"/>
          <p:nvPr>
            <p:ph type="ctrTitle"/>
          </p:nvPr>
        </p:nvSpPr>
        <p:spPr>
          <a:xfrm>
            <a:off x="684212" y="538162"/>
            <a:ext cx="8618537" cy="246697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900"/>
              <a:buFont typeface="Times New Roman"/>
              <a:buNone/>
            </a:pPr>
            <a:br>
              <a:rPr b="1" i="1" lang="en-IN" sz="59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IN" sz="59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 in C </a:t>
            </a:r>
            <a:br>
              <a:rPr b="1" i="1" lang="en-IN" sz="59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87" name="Google Shape;187;p1"/>
          <p:cNvSpPr txBox="1"/>
          <p:nvPr/>
        </p:nvSpPr>
        <p:spPr>
          <a:xfrm>
            <a:off x="852487" y="3994150"/>
            <a:ext cx="8618537" cy="2709862"/>
          </a:xfrm>
          <a:prstGeom prst="rect">
            <a:avLst/>
          </a:prstGeom>
          <a:noFill/>
          <a:ln>
            <a:noFill/>
          </a:ln>
        </p:spPr>
        <p:txBody>
          <a:bodyPr anchorCtr="1" anchor="ctr" bIns="50400" lIns="100775" spcFirstLastPara="1" rIns="100775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212725" y="4830762"/>
            <a:ext cx="86185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Concepts</a:t>
            </a:r>
            <a:endParaRPr/>
          </a:p>
        </p:txBody>
      </p:sp>
      <p:sp>
        <p:nvSpPr>
          <p:cNvPr id="194" name="Google Shape;194;p2"/>
          <p:cNvSpPr txBox="1"/>
          <p:nvPr>
            <p:ph idx="1" type="body"/>
          </p:nvPr>
        </p:nvSpPr>
        <p:spPr>
          <a:xfrm>
            <a:off x="122237" y="1130300"/>
            <a:ext cx="9785350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memory, every stored data item occupies one or more contiguous memory cells (each cell is of 1 byte).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IN" sz="2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1" i="0" lang="en-IN" sz="2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number of memory cells required to store a 	data item depends on its type (char, int, double, etc.).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Whenever we declare a variable, the system allocates memory location(s) to hold the value of the variable.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IN" sz="2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1" i="0" lang="en-IN" sz="2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Since every byte in memory has a unique address, 	this location will also have its own (unique) address.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580000">
            <a:off x="7366000" y="3300412"/>
            <a:ext cx="3576637" cy="285908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201" name="Google Shape;201;p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4125" y="568325"/>
            <a:ext cx="6516687" cy="67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1528762"/>
            <a:ext cx="1263650" cy="168433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"/>
          <p:cNvSpPr txBox="1"/>
          <p:nvPr/>
        </p:nvSpPr>
        <p:spPr>
          <a:xfrm>
            <a:off x="8826500" y="4905375"/>
            <a:ext cx="454025" cy="500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descr="See the source image" id="209" name="Google Shape;20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337" y="1722437"/>
            <a:ext cx="7980362" cy="529113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"/>
          <p:cNvSpPr txBox="1"/>
          <p:nvPr/>
        </p:nvSpPr>
        <p:spPr>
          <a:xfrm>
            <a:off x="1393825" y="1797050"/>
            <a:ext cx="454025" cy="498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2449512" y="1765300"/>
            <a:ext cx="455612" cy="500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5645150" y="1819275"/>
            <a:ext cx="454025" cy="498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6792912" y="1758950"/>
            <a:ext cx="454025" cy="498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7766050" y="1819275"/>
            <a:ext cx="454025" cy="498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8659812" y="1803400"/>
            <a:ext cx="455612" cy="500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1406525" y="2827337"/>
            <a:ext cx="454025" cy="500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3535362" y="1798637"/>
            <a:ext cx="455612" cy="498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18" name="Google Shape;218;p4"/>
          <p:cNvSpPr txBox="1"/>
          <p:nvPr/>
        </p:nvSpPr>
        <p:spPr>
          <a:xfrm>
            <a:off x="4649787" y="1819275"/>
            <a:ext cx="455612" cy="498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2449512" y="2901950"/>
            <a:ext cx="554037" cy="500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225" name="Google Shape;225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96850"/>
            <a:ext cx="7212012" cy="74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50"/>
              <a:buFont typeface="Times New Roman"/>
              <a:buNone/>
            </a:pPr>
            <a:r>
              <a:t/>
            </a:r>
            <a:endParaRPr/>
          </a:p>
        </p:txBody>
      </p:sp>
      <p:pic>
        <p:nvPicPr>
          <p:cNvPr id="231" name="Google Shape;23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775" y="971550"/>
            <a:ext cx="9432925" cy="5948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 txBox="1"/>
          <p:nvPr>
            <p:ph idx="1" type="body"/>
          </p:nvPr>
        </p:nvSpPr>
        <p:spPr>
          <a:xfrm>
            <a:off x="0" y="1160462"/>
            <a:ext cx="9659937" cy="35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declaration,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      int i = 3 ;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declaration tells the C compiler to: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(a) Reserve space in memory to hold the integer value.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(b) Associate the name 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with this memory location.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(c) Store the value 3 at this location.</a:t>
            </a:r>
            <a:endParaRPr/>
          </a:p>
        </p:txBody>
      </p:sp>
      <p:sp>
        <p:nvSpPr>
          <p:cNvPr id="237" name="Google Shape;237;p7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pic>
        <p:nvPicPr>
          <p:cNvPr id="238" name="Google Shape;2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12" y="4316412"/>
            <a:ext cx="7797800" cy="3167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Contd.</a:t>
            </a:r>
            <a:endParaRPr/>
          </a:p>
        </p:txBody>
      </p:sp>
      <p:sp>
        <p:nvSpPr>
          <p:cNvPr id="244" name="Google Shape;244;p8"/>
          <p:cNvSpPr txBox="1"/>
          <p:nvPr>
            <p:ph idx="1" type="body"/>
          </p:nvPr>
        </p:nvSpPr>
        <p:spPr>
          <a:xfrm>
            <a:off x="69850" y="1060450"/>
            <a:ext cx="9975850" cy="624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statement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1" i="0" lang="en-IN" sz="2600" u="none" cap="none" strike="noStrike">
                <a:solidFill>
                  <a:srgbClr val="2970FF"/>
                </a:solidFill>
                <a:latin typeface="Arial"/>
                <a:ea typeface="Arial"/>
                <a:cs typeface="Arial"/>
                <a:sym typeface="Arial"/>
              </a:rPr>
              <a:t>int xyz = 50;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– 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statement instructs the compiler to allocate a  location for the integer variable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xyz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put the value 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that location.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– 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Suppose that the 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address location chosen is 1380.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xyz         Variable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50           Value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1380       address  (assumption)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406" lvl="0" marL="37797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Contd.</a:t>
            </a:r>
            <a:endParaRPr/>
          </a:p>
        </p:txBody>
      </p:sp>
      <p:sp>
        <p:nvSpPr>
          <p:cNvPr id="250" name="Google Shape;250;p9"/>
          <p:cNvSpPr txBox="1"/>
          <p:nvPr>
            <p:ph idx="1" type="body"/>
          </p:nvPr>
        </p:nvSpPr>
        <p:spPr>
          <a:xfrm>
            <a:off x="0" y="1112837"/>
            <a:ext cx="10045700" cy="6446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During execution of the program, the system always associates the name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xyz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the address 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1380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– </a:t>
            </a:r>
            <a:r>
              <a:rPr b="1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value </a:t>
            </a:r>
            <a:r>
              <a:rPr b="1" i="0" lang="en-IN" sz="35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r>
              <a:rPr b="1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be accessed by using either the name    </a:t>
            </a:r>
            <a:r>
              <a:rPr b="1" i="0" lang="en-IN" sz="3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xyz</a:t>
            </a:r>
            <a:r>
              <a:rPr b="1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the address </a:t>
            </a:r>
            <a:r>
              <a:rPr b="1" i="0" lang="en-IN" sz="35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1380</a:t>
            </a:r>
            <a:r>
              <a:rPr b="1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399"/>
              </a:buClr>
              <a:buSzPts val="245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399"/>
              </a:buClr>
              <a:buSzPts val="2450"/>
              <a:buFont typeface="Arial"/>
              <a:buNone/>
            </a:pPr>
            <a:r>
              <a:rPr b="1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“Madam pl give the blue bag” 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399"/>
              </a:buClr>
              <a:buSzPts val="2450"/>
              <a:buFont typeface="Arial"/>
              <a:buNone/>
            </a:pPr>
            <a:r>
              <a:rPr b="1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399"/>
              </a:buClr>
              <a:buSzPts val="2450"/>
              <a:buFont typeface="Arial"/>
              <a:buNone/>
            </a:pPr>
            <a:r>
              <a:rPr b="1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 the token and get the bag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406" lvl="0" marL="37797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vs. Value</a:t>
            </a:r>
            <a:endParaRPr/>
          </a:p>
        </p:txBody>
      </p:sp>
      <p:sp>
        <p:nvSpPr>
          <p:cNvPr id="256" name="Google Shape;256;p10"/>
          <p:cNvSpPr txBox="1"/>
          <p:nvPr>
            <p:ph idx="1" type="body"/>
          </p:nvPr>
        </p:nvSpPr>
        <p:spPr>
          <a:xfrm>
            <a:off x="0" y="1060450"/>
            <a:ext cx="10045700" cy="6499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Each memory cell has an 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associated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 with it.</a:t>
            </a:r>
            <a:endParaRPr/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101   102  103    104   105 ……..</a:t>
            </a:r>
            <a:endParaRPr/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……                                                                                         ……</a:t>
            </a:r>
            <a:endParaRPr/>
          </a:p>
        </p:txBody>
      </p:sp>
      <p:graphicFrame>
        <p:nvGraphicFramePr>
          <p:cNvPr id="257" name="Google Shape;257;p10"/>
          <p:cNvGraphicFramePr/>
          <p:nvPr/>
        </p:nvGraphicFramePr>
        <p:xfrm>
          <a:off x="760412" y="498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{8B7B5EA7-B7BC-45BE-B6BA-10D544747FF6}</a:tableStyleId>
              </a:tblPr>
              <a:tblGrid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</a:tblGrid>
              <a:tr h="93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vs. Value</a:t>
            </a:r>
            <a:endParaRPr/>
          </a:p>
        </p:txBody>
      </p:sp>
      <p:sp>
        <p:nvSpPr>
          <p:cNvPr id="263" name="Google Shape;263;p11"/>
          <p:cNvSpPr txBox="1"/>
          <p:nvPr>
            <p:ph idx="1" type="body"/>
          </p:nvPr>
        </p:nvSpPr>
        <p:spPr>
          <a:xfrm>
            <a:off x="0" y="1060450"/>
            <a:ext cx="10045700" cy="6499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Each memory cell has an 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associated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 with it.</a:t>
            </a:r>
            <a:endParaRPr/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Each cell also stores some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101   102  103    104   105 ……..</a:t>
            </a:r>
            <a:endParaRPr/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……                                                                                         ……</a:t>
            </a:r>
            <a:endParaRPr/>
          </a:p>
        </p:txBody>
      </p:sp>
      <p:graphicFrame>
        <p:nvGraphicFramePr>
          <p:cNvPr id="264" name="Google Shape;264;p11"/>
          <p:cNvGraphicFramePr/>
          <p:nvPr/>
        </p:nvGraphicFramePr>
        <p:xfrm>
          <a:off x="760412" y="498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{8B7B5EA7-B7BC-45BE-B6BA-10D544747FF6}</a:tableStyleId>
              </a:tblPr>
              <a:tblGrid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</a:tblGrid>
              <a:tr h="93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4000"/>
                        <a:buFont typeface="Calibri"/>
                        <a:buNone/>
                      </a:pPr>
                      <a:r>
                        <a:rPr b="1" i="0" lang="en-IN" sz="400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/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4000"/>
                        <a:buFont typeface="Calibri"/>
                        <a:buNone/>
                      </a:pPr>
                      <a:r>
                        <a:rPr b="1" i="0" lang="en-IN" sz="400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</a:t>
                      </a:r>
                      <a:endParaRPr/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vs. Value</a:t>
            </a:r>
            <a:endParaRPr/>
          </a:p>
        </p:txBody>
      </p:sp>
      <p:sp>
        <p:nvSpPr>
          <p:cNvPr id="270" name="Google Shape;270;p12"/>
          <p:cNvSpPr txBox="1"/>
          <p:nvPr>
            <p:ph idx="1" type="body"/>
          </p:nvPr>
        </p:nvSpPr>
        <p:spPr>
          <a:xfrm>
            <a:off x="0" y="1060450"/>
            <a:ext cx="10045700" cy="6499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Each memory cell has an 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associated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 with it.</a:t>
            </a:r>
            <a:endParaRPr/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Each cell also stores some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Don’t confuse the 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address referring to a memory location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the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stored in that location.</a:t>
            </a:r>
            <a:endParaRPr/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101   102  103    104   105 ……..</a:t>
            </a:r>
            <a:endParaRPr/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……                                                                                         ……</a:t>
            </a:r>
            <a:endParaRPr/>
          </a:p>
        </p:txBody>
      </p:sp>
      <p:graphicFrame>
        <p:nvGraphicFramePr>
          <p:cNvPr id="271" name="Google Shape;271;p12"/>
          <p:cNvGraphicFramePr/>
          <p:nvPr/>
        </p:nvGraphicFramePr>
        <p:xfrm>
          <a:off x="760412" y="498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{8B7B5EA7-B7BC-45BE-B6BA-10D544747FF6}</a:tableStyleId>
              </a:tblPr>
              <a:tblGrid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  <a:gridCol w="820725"/>
              </a:tblGrid>
              <a:tr h="93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4000"/>
                        <a:buFont typeface="Calibri"/>
                        <a:buNone/>
                      </a:pPr>
                      <a:r>
                        <a:rPr b="1" i="0" lang="en-IN" sz="400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/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4000"/>
                        <a:buFont typeface="Calibri"/>
                        <a:buNone/>
                      </a:pPr>
                      <a:r>
                        <a:rPr b="1" i="0" lang="en-IN" sz="400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</a:t>
                      </a:r>
                      <a:endParaRPr/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400" marB="50400" marR="100800" marL="1008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400"/>
              <a:buFont typeface="Times New Roman"/>
              <a:buNone/>
            </a:pPr>
            <a:r>
              <a:rPr b="1" i="1" lang="en-IN" sz="44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vs. Locations</a:t>
            </a:r>
            <a:endParaRPr/>
          </a:p>
        </p:txBody>
      </p:sp>
      <p:sp>
        <p:nvSpPr>
          <p:cNvPr id="277" name="Google Shape;277;p13"/>
          <p:cNvSpPr txBox="1"/>
          <p:nvPr>
            <p:ph idx="1" type="body"/>
          </p:nvPr>
        </p:nvSpPr>
        <p:spPr>
          <a:xfrm>
            <a:off x="52387" y="944562"/>
            <a:ext cx="9659937" cy="6467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225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 name and memory locations, hold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6225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25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			1024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				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</a:t>
            </a:r>
            <a:r>
              <a:rPr b="1" i="0" lang="en-IN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3900" u="none" cap="none" strike="noStrike">
                <a:solidFill>
                  <a:srgbClr val="2970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Address 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1" i="0" lang="en-IN" sz="2600" u="none" cap="none" strike="noStrike">
                <a:solidFill>
                  <a:srgbClr val="297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2970FF"/>
                </a:solidFill>
                <a:latin typeface="Arial"/>
                <a:ea typeface="Arial"/>
                <a:cs typeface="Arial"/>
                <a:sym typeface="Arial"/>
              </a:rPr>
              <a:t>				  Name</a:t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1790700" y="3333750"/>
            <a:ext cx="1581150" cy="725487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500"/>
              <a:buFont typeface="Times New Roman"/>
              <a:buNone/>
            </a:pPr>
            <a:r>
              <a:rPr b="0" i="0" lang="en-IN" sz="3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/>
          </a:p>
        </p:txBody>
      </p:sp>
      <p:cxnSp>
        <p:nvCxnSpPr>
          <p:cNvPr id="279" name="Google Shape;279;p13"/>
          <p:cNvCxnSpPr/>
          <p:nvPr/>
        </p:nvCxnSpPr>
        <p:spPr>
          <a:xfrm flipH="1" rot="10800000">
            <a:off x="885825" y="3154362"/>
            <a:ext cx="1338262" cy="1295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80" name="Google Shape;280;p13"/>
          <p:cNvCxnSpPr/>
          <p:nvPr/>
        </p:nvCxnSpPr>
        <p:spPr>
          <a:xfrm flipH="1" rot="5400000">
            <a:off x="2641600" y="4413250"/>
            <a:ext cx="695325" cy="5556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81" name="Google Shape;281;p13"/>
          <p:cNvCxnSpPr/>
          <p:nvPr/>
        </p:nvCxnSpPr>
        <p:spPr>
          <a:xfrm rot="10740000">
            <a:off x="3175000" y="3667125"/>
            <a:ext cx="927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pointers - L value vs R value in C stack overlfow" id="286" name="Google Shape;286;p14"/>
          <p:cNvPicPr preferRelativeResize="0"/>
          <p:nvPr/>
        </p:nvPicPr>
        <p:blipFill rotWithShape="1">
          <a:blip r:embed="rId3">
            <a:alphaModFix/>
          </a:blip>
          <a:srcRect b="22899" l="8108" r="16336" t="30703"/>
          <a:stretch/>
        </p:blipFill>
        <p:spPr>
          <a:xfrm>
            <a:off x="3098800" y="4505325"/>
            <a:ext cx="5764212" cy="30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4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L- Value and R-Value</a:t>
            </a:r>
            <a:endParaRPr/>
          </a:p>
        </p:txBody>
      </p:sp>
      <p:sp>
        <p:nvSpPr>
          <p:cNvPr id="288" name="Google Shape;288;p14"/>
          <p:cNvSpPr txBox="1"/>
          <p:nvPr>
            <p:ph idx="1" type="body"/>
          </p:nvPr>
        </p:nvSpPr>
        <p:spPr>
          <a:xfrm>
            <a:off x="242887" y="1071562"/>
            <a:ext cx="8986837" cy="422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L-value</a:t>
            </a:r>
            <a:r>
              <a:rPr b="1" i="0" lang="en-IN" sz="2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n-IN" sz="2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“l-value” refers to memory location which identifies an object. l-value may appear as either left hand or right hand side of an assignment operator(=). l-value often represents as identifier.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R-value</a:t>
            </a:r>
            <a:r>
              <a:rPr b="0" i="0" lang="en-IN" sz="2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r-value” refers to data value that is stored at some address in memory. A r-value is an expression that can’t have a value assigned to it which means r-value can appear on right but not on left hand side of an assignment operator(=).</a:t>
            </a:r>
            <a:b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Pointers</a:t>
            </a:r>
            <a:endParaRPr/>
          </a:p>
        </p:txBody>
      </p:sp>
      <p:sp>
        <p:nvSpPr>
          <p:cNvPr id="294" name="Google Shape;294;p15"/>
          <p:cNvSpPr txBox="1"/>
          <p:nvPr>
            <p:ph idx="1" type="body"/>
          </p:nvPr>
        </p:nvSpPr>
        <p:spPr>
          <a:xfrm>
            <a:off x="0" y="1219200"/>
            <a:ext cx="10045700" cy="6465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Pointer is variable, just like other variables you studied.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it has 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type,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storage address, 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value 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etc. </a:t>
            </a:r>
            <a:endParaRPr/>
          </a:p>
          <a:p>
            <a:pPr indent="-26225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 pointer is a variable that holds the memory address of another variable.</a:t>
            </a:r>
            <a:endParaRPr/>
          </a:p>
          <a:p>
            <a:pPr indent="-26225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Since pointer is also a kind of variable , thus pointer itself will be stored at different memory location.</a:t>
            </a:r>
            <a:endParaRPr/>
          </a:p>
          <a:p>
            <a:pPr indent="-26225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Difference: it can only store the address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(rather than the value) 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a data item.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 Declarations</a:t>
            </a:r>
            <a:endParaRPr/>
          </a:p>
        </p:txBody>
      </p:sp>
      <p:sp>
        <p:nvSpPr>
          <p:cNvPr id="301" name="Google Shape;301;p16"/>
          <p:cNvSpPr txBox="1"/>
          <p:nvPr>
            <p:ph idx="1" type="body"/>
          </p:nvPr>
        </p:nvSpPr>
        <p:spPr>
          <a:xfrm>
            <a:off x="0" y="1060450"/>
            <a:ext cx="10045700" cy="624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750"/>
              <a:buFont typeface="Arial"/>
              <a:buChar char="●"/>
            </a:pPr>
            <a:r>
              <a:rPr b="1" i="0" lang="en-I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 any variable, you must declare a pointer before using it to store any variable address. 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750"/>
              <a:buFont typeface="Arial"/>
              <a:buChar char="●"/>
            </a:pPr>
            <a:r>
              <a:rPr b="1" i="0" lang="en-I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pointer is just a C variable whose value is the </a:t>
            </a:r>
            <a:r>
              <a:rPr b="1" i="0" lang="en-IN" sz="25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1" i="0" lang="en-I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another variable!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750"/>
              <a:buFont typeface="Arial"/>
              <a:buNone/>
            </a:pPr>
            <a:r>
              <a:rPr b="0" i="0" lang="en-I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• </a:t>
            </a:r>
            <a:r>
              <a:rPr b="1" i="0" lang="en-I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form: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750"/>
              <a:buFont typeface="Arial"/>
              <a:buNone/>
            </a:pP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	data_type  *pointer_name;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750"/>
              <a:buFont typeface="Arial"/>
              <a:buChar char="●"/>
            </a:pPr>
            <a:r>
              <a:rPr b="1" i="0" lang="en-I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things are specified in the above declaration: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750"/>
              <a:buFont typeface="Arial"/>
              <a:buNone/>
            </a:pPr>
            <a:r>
              <a:rPr b="0" i="0" lang="en-I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• </a:t>
            </a:r>
            <a:r>
              <a:rPr b="1" i="0" lang="en-IN" sz="25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The asterisk (*) tells that the variable pointer_name 	   is a pointer variable.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750"/>
              <a:buFont typeface="Arial"/>
              <a:buNone/>
            </a:pPr>
            <a:r>
              <a:rPr b="0" i="0" lang="en-IN" sz="25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		• </a:t>
            </a:r>
            <a:r>
              <a:rPr b="1" i="0" lang="en-IN" sz="25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pointer_name needs a memory location.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750"/>
              <a:buFont typeface="Arial"/>
              <a:buNone/>
            </a:pPr>
            <a:r>
              <a:rPr b="0" i="0" lang="en-IN" sz="25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		• </a:t>
            </a:r>
            <a:r>
              <a:rPr b="1" i="0" lang="en-IN" sz="25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pointer_name points to a variable of type data_type.</a:t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5543550" y="6081712"/>
            <a:ext cx="2763837" cy="1225550"/>
          </a:xfrm>
          <a:custGeom>
            <a:rect b="b" l="l" r="r" t="t"/>
            <a:pathLst>
              <a:path extrusionOk="0" h="1225186" w="2763188">
                <a:moveTo>
                  <a:pt x="0" y="612593"/>
                </a:moveTo>
                <a:lnTo>
                  <a:pt x="0" y="612593"/>
                </a:lnTo>
                <a:cubicBezTo>
                  <a:pt x="0" y="612593"/>
                  <a:pt x="0" y="612593"/>
                  <a:pt x="0" y="612593"/>
                </a:cubicBezTo>
                <a:cubicBezTo>
                  <a:pt x="0" y="612593"/>
                  <a:pt x="0" y="612593"/>
                  <a:pt x="0" y="612593"/>
                </a:cubicBezTo>
                <a:cubicBezTo>
                  <a:pt x="0" y="612593"/>
                  <a:pt x="0" y="612593"/>
                  <a:pt x="0" y="612593"/>
                </a:cubicBezTo>
                <a:cubicBezTo>
                  <a:pt x="0" y="612593"/>
                  <a:pt x="0" y="612593"/>
                  <a:pt x="0" y="612593"/>
                </a:cubicBezTo>
                <a:close/>
              </a:path>
            </a:pathLst>
          </a:custGeom>
          <a:solidFill>
            <a:srgbClr val="99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400" lIns="100775" spcFirstLastPara="1" rIns="100775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Times New Roman"/>
              <a:buNone/>
            </a:pPr>
            <a:r>
              <a:rPr b="1" i="0" lang="en-IN" sz="2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Variable (data_type)</a:t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515937" y="6081712"/>
            <a:ext cx="2763837" cy="1255712"/>
          </a:xfrm>
          <a:custGeom>
            <a:rect b="b" l="l" r="r" t="t"/>
            <a:pathLst>
              <a:path extrusionOk="0" h="1254145" w="2763188">
                <a:moveTo>
                  <a:pt x="0" y="627073"/>
                </a:moveTo>
                <a:lnTo>
                  <a:pt x="0" y="627073"/>
                </a:lnTo>
                <a:cubicBezTo>
                  <a:pt x="0" y="627073"/>
                  <a:pt x="0" y="627073"/>
                  <a:pt x="0" y="627073"/>
                </a:cubicBezTo>
                <a:cubicBezTo>
                  <a:pt x="0" y="627073"/>
                  <a:pt x="0" y="627073"/>
                  <a:pt x="0" y="627073"/>
                </a:cubicBezTo>
                <a:cubicBezTo>
                  <a:pt x="0" y="627073"/>
                  <a:pt x="0" y="627073"/>
                  <a:pt x="0" y="627073"/>
                </a:cubicBezTo>
                <a:cubicBezTo>
                  <a:pt x="0" y="627073"/>
                  <a:pt x="0" y="627073"/>
                  <a:pt x="0" y="627073"/>
                </a:cubicBezTo>
                <a:close/>
              </a:path>
            </a:pathLst>
          </a:custGeom>
          <a:solidFill>
            <a:srgbClr val="99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400" lIns="100775" spcFirstLastPara="1" rIns="100775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Times New Roman"/>
              <a:buNone/>
            </a:pPr>
            <a:r>
              <a:rPr b="1" i="0" lang="en-IN" sz="23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pointer_name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Times New Roman"/>
              <a:buNone/>
            </a:pPr>
            <a:r>
              <a:rPr b="1" i="0" lang="en-IN" sz="23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IN" sz="2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(data_type)</a:t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3279775" y="6586537"/>
            <a:ext cx="2263775" cy="173037"/>
          </a:xfrm>
          <a:custGeom>
            <a:rect b="b" l="l" r="r" t="t"/>
            <a:pathLst>
              <a:path extrusionOk="0" h="21600" w="21600">
                <a:moveTo>
                  <a:pt x="0" y="5400"/>
                </a:moveTo>
                <a:lnTo>
                  <a:pt x="20771" y="5400"/>
                </a:lnTo>
                <a:lnTo>
                  <a:pt x="20771" y="0"/>
                </a:lnTo>
                <a:lnTo>
                  <a:pt x="21600" y="10800"/>
                </a:lnTo>
                <a:lnTo>
                  <a:pt x="20771" y="21600"/>
                </a:lnTo>
                <a:lnTo>
                  <a:pt x="20771" y="162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400" lIns="100775" spcFirstLastPara="1" rIns="100775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/>
          </a:p>
        </p:txBody>
      </p:sp>
      <p:sp>
        <p:nvSpPr>
          <p:cNvPr id="310" name="Google Shape;310;p17"/>
          <p:cNvSpPr txBox="1"/>
          <p:nvPr>
            <p:ph idx="1" type="body"/>
          </p:nvPr>
        </p:nvSpPr>
        <p:spPr>
          <a:xfrm>
            <a:off x="0" y="1130300"/>
            <a:ext cx="10045700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225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Declaration of pointer 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1" i="0" lang="en-IN" sz="26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data_type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1" i="0" lang="en-IN" sz="2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variable_name;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1" i="0" lang="en-IN" sz="26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IN" sz="2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ptr;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int*  ptr;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int  * ptr;      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	                                			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declaring a pointer like: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           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*ptr;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ptr doesn’t actually point to anything yet. We can either: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– 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make it point to something that already exists or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– </a:t>
            </a: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allocate room in memory for something new that it will point to.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2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2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2673"/>
                </a:solidFill>
                <a:latin typeface="Arial"/>
                <a:ea typeface="Arial"/>
                <a:cs typeface="Arial"/>
                <a:sym typeface="Arial"/>
              </a:rPr>
              <a:t>                   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 Declarations</a:t>
            </a:r>
            <a:endParaRPr/>
          </a:p>
        </p:txBody>
      </p:sp>
      <p:sp>
        <p:nvSpPr>
          <p:cNvPr id="316" name="Google Shape;316;p18"/>
          <p:cNvSpPr txBox="1"/>
          <p:nvPr>
            <p:ph idx="1" type="body"/>
          </p:nvPr>
        </p:nvSpPr>
        <p:spPr>
          <a:xfrm>
            <a:off x="227012" y="1095375"/>
            <a:ext cx="9432925" cy="621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		int *count;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		float *speed;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399"/>
              </a:buClr>
              <a:buSzPts val="2450"/>
              <a:buFont typeface="Arial"/>
              <a:buNone/>
            </a:pPr>
            <a:r>
              <a:rPr b="0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int * xp 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		double *salary;</a:t>
            </a:r>
            <a:endParaRPr/>
          </a:p>
          <a:p>
            <a:pPr indent="-262406" lvl="0" marL="37797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 txBox="1"/>
          <p:nvPr/>
        </p:nvSpPr>
        <p:spPr>
          <a:xfrm>
            <a:off x="1152525" y="1763712"/>
            <a:ext cx="1962150" cy="671512"/>
          </a:xfrm>
          <a:prstGeom prst="rect">
            <a:avLst/>
          </a:prstGeom>
          <a:gradFill>
            <a:gsLst>
              <a:gs pos="0">
                <a:srgbClr val="A9E3FF"/>
              </a:gs>
              <a:gs pos="100000">
                <a:srgbClr val="C2EAFF"/>
              </a:gs>
            </a:gsLst>
            <a:lin ang="16200000" scaled="0"/>
          </a:gradFill>
          <a:ln cap="flat" cmpd="sng" w="9525">
            <a:solidFill>
              <a:srgbClr val="93C7F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19997">
              <a:srgbClr val="000000">
                <a:alpha val="37647"/>
              </a:srgbClr>
            </a:outerShdw>
          </a:effectLst>
        </p:spPr>
        <p:txBody>
          <a:bodyPr anchorCtr="0" anchor="t" bIns="50400" lIns="100775" spcFirstLastPara="1" rIns="100775" wrap="square" tIns="50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/>
          </a:p>
        </p:txBody>
      </p:sp>
      <p:sp>
        <p:nvSpPr>
          <p:cNvPr id="323" name="Google Shape;323;p19"/>
          <p:cNvSpPr txBox="1"/>
          <p:nvPr>
            <p:ph idx="1" type="body"/>
          </p:nvPr>
        </p:nvSpPr>
        <p:spPr>
          <a:xfrm>
            <a:off x="227012" y="1095375"/>
            <a:ext cx="9432925" cy="621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x;</a:t>
            </a:r>
            <a:endParaRPr/>
          </a:p>
          <a:p>
            <a:pPr indent="-377825" lvl="0" marL="3778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399"/>
              </a:buClr>
              <a:buSzPts val="2450"/>
              <a:buFont typeface="Arial"/>
              <a:buNone/>
            </a:pPr>
            <a:r>
              <a:rPr b="0" i="0" lang="en-IN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int * xp ;</a:t>
            </a:r>
            <a:endParaRPr/>
          </a:p>
        </p:txBody>
      </p:sp>
      <p:cxnSp>
        <p:nvCxnSpPr>
          <p:cNvPr id="324" name="Google Shape;324;p19"/>
          <p:cNvCxnSpPr/>
          <p:nvPr/>
        </p:nvCxnSpPr>
        <p:spPr>
          <a:xfrm flipH="1">
            <a:off x="3114675" y="1763712"/>
            <a:ext cx="925512" cy="258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25" name="Google Shape;325;p19"/>
          <p:cNvSpPr txBox="1"/>
          <p:nvPr/>
        </p:nvSpPr>
        <p:spPr>
          <a:xfrm>
            <a:off x="4105275" y="1439862"/>
            <a:ext cx="2763837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500"/>
              <a:buFont typeface="Times New Roman"/>
              <a:buNone/>
            </a:pPr>
            <a:r>
              <a:rPr b="1" i="0" lang="en-IN" sz="3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 to int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625475" y="3186112"/>
            <a:ext cx="9034462" cy="1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558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</a:pPr>
            <a:r>
              <a:rPr b="1" i="0" lang="en-IN" sz="3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*ip; 			// pointer to an integer  </a:t>
            </a:r>
            <a:endParaRPr/>
          </a:p>
          <a:p>
            <a:pPr indent="558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</a:pPr>
            <a:r>
              <a:rPr b="1" i="0" lang="en-IN" sz="3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*dp; 		// pointer to a double</a:t>
            </a:r>
            <a:endParaRPr/>
          </a:p>
          <a:p>
            <a:pPr indent="558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</a:pPr>
            <a:r>
              <a:rPr b="1" i="0" lang="en-IN" sz="3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*fp; 		// pointer to a float </a:t>
            </a:r>
            <a:endParaRPr/>
          </a:p>
          <a:p>
            <a:pPr indent="558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</a:pPr>
            <a:r>
              <a:rPr b="1" i="0" lang="en-IN" sz="3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*ch;		// pointer to a character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 txBox="1"/>
          <p:nvPr>
            <p:ph idx="4294967295" type="title"/>
          </p:nvPr>
        </p:nvSpPr>
        <p:spPr>
          <a:xfrm>
            <a:off x="503998" y="144036"/>
            <a:ext cx="9071643" cy="61424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</a:t>
            </a:r>
            <a:endParaRPr/>
          </a:p>
        </p:txBody>
      </p:sp>
      <p:sp>
        <p:nvSpPr>
          <p:cNvPr id="333" name="Google Shape;333;p20"/>
          <p:cNvSpPr txBox="1"/>
          <p:nvPr>
            <p:ph idx="4294967295" type="body"/>
          </p:nvPr>
        </p:nvSpPr>
        <p:spPr>
          <a:xfrm>
            <a:off x="503998" y="620466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Recall: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 is a variable which can store addresses</a:t>
            </a:r>
            <a:endParaRPr/>
          </a:p>
          <a:p>
            <a:pPr indent="-9144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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 has a “type” </a:t>
            </a:r>
            <a:r>
              <a:rPr b="1" i="0" lang="en-IN" sz="32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(except void pointer)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e.g.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*p;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char *cp;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double *dp;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Here p, cp, dp are respectively pointers to integer, character, and double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Size of pointer is decided by compiler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000CC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 txBox="1"/>
          <p:nvPr>
            <p:ph type="title"/>
          </p:nvPr>
        </p:nvSpPr>
        <p:spPr>
          <a:xfrm>
            <a:off x="0" y="0"/>
            <a:ext cx="100457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4800"/>
              <a:buFont typeface="Times New Roman"/>
              <a:buNone/>
            </a:pPr>
            <a:r>
              <a:rPr b="1" i="1" lang="en-IN" sz="4800" u="none">
                <a:solidFill>
                  <a:srgbClr val="33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 Initialization</a:t>
            </a:r>
            <a:endParaRPr/>
          </a:p>
        </p:txBody>
      </p:sp>
      <p:sp>
        <p:nvSpPr>
          <p:cNvPr id="339" name="Google Shape;339;p21"/>
          <p:cNvSpPr txBox="1"/>
          <p:nvPr>
            <p:ph idx="1" type="body"/>
          </p:nvPr>
        </p:nvSpPr>
        <p:spPr>
          <a:xfrm>
            <a:off x="0" y="1077912"/>
            <a:ext cx="10045700" cy="6481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Declaring a pointer just allocates space to hold the pointer – it does not allocate something to be pointed to!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Local variables in C are not initialized by default</a:t>
            </a: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they may contain anything.</a:t>
            </a:r>
            <a:endParaRPr/>
          </a:p>
          <a:p>
            <a:pPr indent="-26225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Char char="●"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a pointer variable has been declared, it can be made to point to a variable using an assignment statement like: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int *p, xyz;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: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1" i="0" lang="en-I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 = &amp;xyz;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rPr b="0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– </a:t>
            </a:r>
            <a:r>
              <a:rPr b="1" i="0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This is called </a:t>
            </a:r>
            <a:r>
              <a:rPr b="1" i="1" lang="en-IN" sz="2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pointer initialization.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3399"/>
              </a:buClr>
              <a:buSzPts val="2100"/>
              <a:buFont typeface="Arial"/>
              <a:buNone/>
            </a:pPr>
            <a:r>
              <a:rPr b="1" i="1" lang="en-IN" sz="3000" u="none" cap="none" strike="noStrik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Pointer variable can be initialized with NULL or 0 value.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1" sz="2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406" lvl="0" marL="37797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99"/>
              </a:buClr>
              <a:buSzPts val="1820"/>
              <a:buFont typeface="Arial"/>
              <a:buNone/>
            </a:pPr>
            <a:r>
              <a:t/>
            </a:r>
            <a:endParaRPr b="1" i="1" sz="2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 side note on NULL</a:t>
            </a:r>
            <a:endParaRPr/>
          </a:p>
        </p:txBody>
      </p:sp>
      <p:sp>
        <p:nvSpPr>
          <p:cNvPr id="346" name="Google Shape;346;p22"/>
          <p:cNvSpPr txBox="1"/>
          <p:nvPr>
            <p:ph idx="4294967295" type="body"/>
          </p:nvPr>
        </p:nvSpPr>
        <p:spPr>
          <a:xfrm>
            <a:off x="503998" y="1345292"/>
            <a:ext cx="9215999" cy="528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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NULL is not the number 0</a:t>
            </a:r>
            <a:endParaRPr/>
          </a:p>
          <a:p>
            <a:pPr indent="-5715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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NULL is not necessarily the address 0</a:t>
            </a:r>
            <a:endParaRPr/>
          </a:p>
          <a:p>
            <a:pPr indent="-5715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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NULL is just a special value for pointers told to us by C language.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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Very often we need special values for a certain type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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E.g. the value '\0' for a character is universally taken to be a special value indicating end of a character sequence in an array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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INT_MAX , INT_MIN are values #defined in limits.h  for integers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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These type of values are used in programs to indicate either an </a:t>
            </a:r>
            <a:r>
              <a:rPr b="1" i="1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unused variable </a:t>
            </a: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1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empty variable </a:t>
            </a: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1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error value </a:t>
            </a: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on that variable</a:t>
            </a:r>
            <a:endParaRPr/>
          </a:p>
          <a:p>
            <a:pPr indent="-5715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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i = NULL; char c = NULL; works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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Why do you want to do it? Instead of saying int i = 0; char c = 0;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 txBox="1"/>
          <p:nvPr>
            <p:ph idx="4294967295" type="title"/>
          </p:nvPr>
        </p:nvSpPr>
        <p:spPr>
          <a:xfrm>
            <a:off x="503240" y="301623"/>
            <a:ext cx="9070976" cy="1262064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3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Operations on (and related to) Pointers</a:t>
            </a:r>
            <a:endParaRPr/>
          </a:p>
        </p:txBody>
      </p:sp>
      <p:sp>
        <p:nvSpPr>
          <p:cNvPr id="353" name="Google Shape;353;p23"/>
          <p:cNvSpPr txBox="1"/>
          <p:nvPr>
            <p:ph idx="4294967295" type="subTitle"/>
          </p:nvPr>
        </p:nvSpPr>
        <p:spPr>
          <a:xfrm>
            <a:off x="503240" y="1768477"/>
            <a:ext cx="9070976" cy="4384676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&amp;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=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+int  -int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[ 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>
            <p:ph idx="4294967295" type="title"/>
          </p:nvPr>
        </p:nvSpPr>
        <p:spPr>
          <a:xfrm>
            <a:off x="503998" y="255291"/>
            <a:ext cx="9071643" cy="1354217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Operations related to pointers: </a:t>
            </a:r>
            <a:r>
              <a:rPr b="1" i="0" lang="en-IN" sz="44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&amp;</a:t>
            </a:r>
            <a:br>
              <a:rPr b="1" i="0" lang="en-IN" sz="44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IN" sz="44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address  / reference operator</a:t>
            </a:r>
            <a:endParaRPr/>
          </a:p>
        </p:txBody>
      </p:sp>
      <p:sp>
        <p:nvSpPr>
          <p:cNvPr id="360" name="Google Shape;360;p24"/>
          <p:cNvSpPr txBox="1"/>
          <p:nvPr>
            <p:ph idx="4294967295" type="body"/>
          </p:nvPr>
        </p:nvSpPr>
        <p:spPr>
          <a:xfrm>
            <a:off x="1727996" y="2527557"/>
            <a:ext cx="2376004" cy="1864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*p, 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&amp;i;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4"/>
          <p:cNvSpPr txBox="1"/>
          <p:nvPr>
            <p:ph idx="4294967295" type="body"/>
          </p:nvPr>
        </p:nvSpPr>
        <p:spPr>
          <a:xfrm>
            <a:off x="3455993" y="1563477"/>
            <a:ext cx="6264005" cy="57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035"/>
              <a:buFont typeface="Noto Sans Symbols"/>
              <a:buChar char="▪"/>
            </a:pPr>
            <a:r>
              <a:rPr b="1" i="0" lang="en-IN" sz="23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&amp; fetches the address of variable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035"/>
              <a:buFont typeface="Noto Sans Symbols"/>
              <a:buChar char="▪"/>
            </a:pPr>
            <a:r>
              <a:rPr b="1" i="0" lang="en-IN" sz="23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Called Referencing operator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035"/>
              <a:buFont typeface="Noto Sans Symbols"/>
              <a:buChar char="▪"/>
            </a:pPr>
            <a:r>
              <a:rPr b="1" i="0" lang="en-IN" sz="23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Here, &amp;i is address of i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035"/>
              <a:buFont typeface="Noto Sans Symbols"/>
              <a:buChar char="▪"/>
            </a:pPr>
            <a:r>
              <a:rPr b="1" i="0" lang="en-IN" sz="23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RHS is address of integer, LHS is variable which can store address of integer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035"/>
              <a:buFont typeface="Noto Sans Symbols"/>
              <a:buChar char="▪"/>
            </a:pPr>
            <a:r>
              <a:rPr b="1" i="0" lang="en-IN" sz="23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Diagram of this operation is shown on left side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035"/>
              <a:buFont typeface="Noto Sans Symbols"/>
              <a:buChar char="▪"/>
            </a:pPr>
            <a:r>
              <a:rPr b="1" i="0" lang="en-IN" sz="23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No need of assuming some value for address (e.g. address 1028). Just the diagram is sufficient to understand the concept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720725" y="5040312"/>
            <a:ext cx="719137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2087562" y="5040312"/>
            <a:ext cx="7207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720725" y="5832475"/>
            <a:ext cx="2447925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                  i</a:t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1008062" y="5400675"/>
            <a:ext cx="1079500" cy="0"/>
          </a:xfrm>
          <a:custGeom>
            <a:rect b="b" l="l" r="r" t="t"/>
            <a:pathLst>
              <a:path extrusionOk="0" h="120000" w="1079997">
                <a:moveTo>
                  <a:pt x="0" y="0"/>
                </a:moveTo>
                <a:lnTo>
                  <a:pt x="107999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"/>
          <p:cNvSpPr txBox="1"/>
          <p:nvPr>
            <p:ph idx="4294967295" type="title"/>
          </p:nvPr>
        </p:nvSpPr>
        <p:spPr>
          <a:xfrm>
            <a:off x="425936" y="-58585"/>
            <a:ext cx="9071643" cy="1231102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Operations on pointers: </a:t>
            </a:r>
            <a:r>
              <a:rPr b="1" i="0" lang="en-IN" sz="40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*</a:t>
            </a:r>
            <a:br>
              <a:rPr b="1" i="0" lang="en-IN" sz="40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IN" sz="40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value at/ dereferencing operator</a:t>
            </a:r>
            <a:endParaRPr/>
          </a:p>
        </p:txBody>
      </p:sp>
      <p:sp>
        <p:nvSpPr>
          <p:cNvPr id="372" name="Google Shape;372;p25"/>
          <p:cNvSpPr txBox="1"/>
          <p:nvPr>
            <p:ph idx="4294967295" type="body"/>
          </p:nvPr>
        </p:nvSpPr>
        <p:spPr>
          <a:xfrm>
            <a:off x="1439997" y="1951558"/>
            <a:ext cx="2376004" cy="1864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*p, i,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 =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&amp;i;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j  = *p;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>
            <p:ph idx="4294967295" type="body"/>
          </p:nvPr>
        </p:nvSpPr>
        <p:spPr>
          <a:xfrm>
            <a:off x="4472787" y="1388516"/>
            <a:ext cx="5125696" cy="557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Courier New"/>
              <a:buChar char="o"/>
            </a:pPr>
            <a:r>
              <a:rPr b="1" i="0" lang="en-IN" sz="28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* fetches the value stored at a given address</a:t>
            </a:r>
            <a:endParaRPr>
              <a:solidFill>
                <a:srgbClr val="FFFFFF"/>
              </a:solidFill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Courier New"/>
              <a:buChar char="o"/>
            </a:pPr>
            <a:r>
              <a:rPr b="1" i="0" lang="en-IN" sz="28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Called dereferencing operator</a:t>
            </a:r>
            <a:endParaRPr>
              <a:solidFill>
                <a:srgbClr val="FFFFFF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Courier New"/>
              <a:buChar char="o"/>
            </a:pPr>
            <a:r>
              <a:rPr b="1" i="0" lang="en-IN" sz="28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*p : here “value of p” is itself an address </a:t>
            </a:r>
            <a:r>
              <a:rPr b="1" i="1" lang="en-IN" sz="28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(of i),</a:t>
            </a:r>
            <a:r>
              <a:rPr b="1" i="0" lang="en-IN" sz="28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so *p is value stored at “value of p” that is i</a:t>
            </a:r>
            <a:endParaRPr>
              <a:solidFill>
                <a:srgbClr val="FFFFFF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Courier New"/>
              <a:buChar char="o"/>
            </a:pPr>
            <a:r>
              <a:rPr b="1" i="0" lang="en-IN" sz="28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Diagram's make it easy to understand, *p is simply the contents of box p points to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720725" y="5040312"/>
            <a:ext cx="719137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2087562" y="5040312"/>
            <a:ext cx="7207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720725" y="5832475"/>
            <a:ext cx="2447925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                  i</a:t>
            </a:r>
            <a:endParaRPr/>
          </a:p>
        </p:txBody>
      </p:sp>
      <p:sp>
        <p:nvSpPr>
          <p:cNvPr id="377" name="Google Shape;377;p25"/>
          <p:cNvSpPr/>
          <p:nvPr/>
        </p:nvSpPr>
        <p:spPr>
          <a:xfrm>
            <a:off x="1008062" y="5400675"/>
            <a:ext cx="1079500" cy="0"/>
          </a:xfrm>
          <a:custGeom>
            <a:rect b="b" l="l" r="r" t="t"/>
            <a:pathLst>
              <a:path extrusionOk="0" fill="none" h="120000" w="1079639">
                <a:moveTo>
                  <a:pt x="0" y="0"/>
                </a:moveTo>
                <a:lnTo>
                  <a:pt x="1079639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3384550" y="4176712"/>
            <a:ext cx="719137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3671887" y="4967287"/>
            <a:ext cx="271462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I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"/>
          <p:cNvSpPr txBox="1"/>
          <p:nvPr>
            <p:ph idx="4294967295" type="title"/>
          </p:nvPr>
        </p:nvSpPr>
        <p:spPr>
          <a:xfrm>
            <a:off x="301322" y="0"/>
            <a:ext cx="9071643" cy="6155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Operations on pointers: </a:t>
            </a:r>
            <a:r>
              <a:rPr b="1" i="0" lang="en-IN" sz="40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86" name="Google Shape;386;p26"/>
          <p:cNvSpPr txBox="1"/>
          <p:nvPr>
            <p:ph idx="4294967295" type="body"/>
          </p:nvPr>
        </p:nvSpPr>
        <p:spPr>
          <a:xfrm>
            <a:off x="543830" y="615555"/>
            <a:ext cx="1711436" cy="1864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*p, i,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 =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&amp;i;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j  = *p;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 txBox="1"/>
          <p:nvPr>
            <p:ph idx="4294967295" type="body"/>
          </p:nvPr>
        </p:nvSpPr>
        <p:spPr>
          <a:xfrm>
            <a:off x="5040309" y="1140851"/>
            <a:ext cx="4567318" cy="557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What is the difference between * in the two codes?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The *p fetches the value at given address in sizeof(int) bytes, while *cp fetches the value at given address in sizeof(char)=1 bytes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*  works based on  the size of the type!</a:t>
            </a: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900112" y="4446587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2063750" y="4446587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90" name="Google Shape;390;p26"/>
          <p:cNvSpPr txBox="1"/>
          <p:nvPr/>
        </p:nvSpPr>
        <p:spPr>
          <a:xfrm>
            <a:off x="900112" y="5057775"/>
            <a:ext cx="2082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                  i</a:t>
            </a: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1144587" y="4724400"/>
            <a:ext cx="919162" cy="0"/>
          </a:xfrm>
          <a:custGeom>
            <a:rect b="b" l="l" r="r" t="t"/>
            <a:pathLst>
              <a:path extrusionOk="0" h="120000" w="919081">
                <a:moveTo>
                  <a:pt x="0" y="0"/>
                </a:moveTo>
                <a:lnTo>
                  <a:pt x="919081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3167062" y="3779837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93" name="Google Shape;393;p26"/>
          <p:cNvSpPr txBox="1"/>
          <p:nvPr/>
        </p:nvSpPr>
        <p:spPr>
          <a:xfrm>
            <a:off x="3411537" y="4391025"/>
            <a:ext cx="231775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I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/>
          </a:p>
        </p:txBody>
      </p:sp>
      <p:sp>
        <p:nvSpPr>
          <p:cNvPr id="394" name="Google Shape;394;p26"/>
          <p:cNvSpPr txBox="1"/>
          <p:nvPr>
            <p:ph idx="4294967295" type="body"/>
          </p:nvPr>
        </p:nvSpPr>
        <p:spPr>
          <a:xfrm>
            <a:off x="2703835" y="574151"/>
            <a:ext cx="3128253" cy="853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9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6699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char *cp, c, 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6699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6699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 = 'x';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6699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6699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cp = &amp;c;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6699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6699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d  = *cp;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6699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900112" y="6497637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2063750" y="6497637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'x'</a:t>
            </a:r>
            <a:endParaRPr/>
          </a:p>
        </p:txBody>
      </p:sp>
      <p:sp>
        <p:nvSpPr>
          <p:cNvPr id="397" name="Google Shape;397;p26"/>
          <p:cNvSpPr txBox="1"/>
          <p:nvPr/>
        </p:nvSpPr>
        <p:spPr>
          <a:xfrm>
            <a:off x="900112" y="7108825"/>
            <a:ext cx="2082800" cy="59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           c</a:t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1144587" y="6775450"/>
            <a:ext cx="919162" cy="0"/>
          </a:xfrm>
          <a:custGeom>
            <a:rect b="b" l="l" r="r" t="t"/>
            <a:pathLst>
              <a:path extrusionOk="0" h="120000" w="919081">
                <a:moveTo>
                  <a:pt x="0" y="0"/>
                </a:moveTo>
                <a:lnTo>
                  <a:pt x="919081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3167062" y="5830887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'x'</a:t>
            </a:r>
            <a:endParaRPr/>
          </a:p>
        </p:txBody>
      </p:sp>
      <p:sp>
        <p:nvSpPr>
          <p:cNvPr id="400" name="Google Shape;400;p26"/>
          <p:cNvSpPr txBox="1"/>
          <p:nvPr/>
        </p:nvSpPr>
        <p:spPr>
          <a:xfrm>
            <a:off x="3276600" y="6442075"/>
            <a:ext cx="366712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I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Operations on pointers: </a:t>
            </a:r>
            <a:r>
              <a:rPr b="1" i="0" lang="en-IN" sz="44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407" name="Google Shape;407;p27"/>
          <p:cNvSpPr txBox="1"/>
          <p:nvPr>
            <p:ph idx="4294967295" type="body"/>
          </p:nvPr>
        </p:nvSpPr>
        <p:spPr>
          <a:xfrm>
            <a:off x="384450" y="1180975"/>
            <a:ext cx="2537167" cy="1864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*p, i, *q;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 =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&amp;i;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q  = 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7"/>
          <p:cNvSpPr txBox="1"/>
          <p:nvPr>
            <p:ph idx="4294967295" type="body"/>
          </p:nvPr>
        </p:nvSpPr>
        <p:spPr>
          <a:xfrm>
            <a:off x="5089148" y="1180975"/>
            <a:ext cx="4567318" cy="557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▪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Pointers can be copied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▪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Can arrays be copied?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▪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Thumb rule: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▪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After pointer copy, both pointers point to same location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▪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Common Mistake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▪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One pointer pointing to another</a:t>
            </a: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287337" y="4267200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1452562" y="4267200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411" name="Google Shape;411;p27"/>
          <p:cNvSpPr txBox="1"/>
          <p:nvPr/>
        </p:nvSpPr>
        <p:spPr>
          <a:xfrm>
            <a:off x="287337" y="4878387"/>
            <a:ext cx="2084387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                  i</a:t>
            </a: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533400" y="4545012"/>
            <a:ext cx="919162" cy="0"/>
          </a:xfrm>
          <a:custGeom>
            <a:rect b="b" l="l" r="r" t="t"/>
            <a:pathLst>
              <a:path extrusionOk="0" fill="none" h="120000" w="918719">
                <a:moveTo>
                  <a:pt x="0" y="0"/>
                </a:moveTo>
                <a:lnTo>
                  <a:pt x="918719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3059112" y="4319587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 txBox="1"/>
          <p:nvPr/>
        </p:nvSpPr>
        <p:spPr>
          <a:xfrm>
            <a:off x="3311525" y="4781550"/>
            <a:ext cx="360362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I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2065337" y="4535487"/>
            <a:ext cx="1317625" cy="71437"/>
          </a:xfrm>
          <a:custGeom>
            <a:rect b="b" l="l" r="r" t="t"/>
            <a:pathLst>
              <a:path extrusionOk="0" fill="none" h="200" w="3664">
                <a:moveTo>
                  <a:pt x="3664" y="20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503237" y="6119812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1668462" y="6119812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418" name="Google Shape;418;p27"/>
          <p:cNvSpPr txBox="1"/>
          <p:nvPr/>
        </p:nvSpPr>
        <p:spPr>
          <a:xfrm>
            <a:off x="503237" y="6731000"/>
            <a:ext cx="2084387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                  i</a:t>
            </a:r>
            <a:endParaRPr/>
          </a:p>
        </p:txBody>
      </p:sp>
      <p:sp>
        <p:nvSpPr>
          <p:cNvPr id="419" name="Google Shape;419;p27"/>
          <p:cNvSpPr/>
          <p:nvPr/>
        </p:nvSpPr>
        <p:spPr>
          <a:xfrm>
            <a:off x="749300" y="6397625"/>
            <a:ext cx="919162" cy="0"/>
          </a:xfrm>
          <a:custGeom>
            <a:rect b="b" l="l" r="r" t="t"/>
            <a:pathLst>
              <a:path extrusionOk="0" fill="none" h="120000" w="918719">
                <a:moveTo>
                  <a:pt x="0" y="0"/>
                </a:moveTo>
                <a:lnTo>
                  <a:pt x="918719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3275012" y="6173787"/>
            <a:ext cx="612775" cy="5556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 txBox="1"/>
          <p:nvPr/>
        </p:nvSpPr>
        <p:spPr>
          <a:xfrm>
            <a:off x="3527425" y="6635750"/>
            <a:ext cx="360362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I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cxnSp>
        <p:nvCxnSpPr>
          <p:cNvPr id="422" name="Google Shape;422;p27"/>
          <p:cNvCxnSpPr/>
          <p:nvPr/>
        </p:nvCxnSpPr>
        <p:spPr>
          <a:xfrm rot="10800000">
            <a:off x="809700" y="6119787"/>
            <a:ext cx="2771700" cy="540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23" name="Google Shape;423;p27"/>
          <p:cNvSpPr/>
          <p:nvPr/>
        </p:nvSpPr>
        <p:spPr>
          <a:xfrm>
            <a:off x="4392612" y="6335712"/>
            <a:ext cx="760412" cy="504825"/>
          </a:xfrm>
          <a:custGeom>
            <a:rect b="b" l="l" r="r" t="t"/>
            <a:pathLst>
              <a:path extrusionOk="0" h="21600" w="21600">
                <a:moveTo>
                  <a:pt x="21600" y="5400"/>
                </a:moveTo>
                <a:lnTo>
                  <a:pt x="5400" y="5400"/>
                </a:ln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5400" y="16200"/>
                </a:lnTo>
                <a:lnTo>
                  <a:pt x="21600" y="16200"/>
                </a:lnTo>
                <a:lnTo>
                  <a:pt x="21600" y="5400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4464050" y="4464050"/>
            <a:ext cx="760412" cy="503237"/>
          </a:xfrm>
          <a:custGeom>
            <a:rect b="b" l="l" r="r" t="t"/>
            <a:pathLst>
              <a:path extrusionOk="0" h="21600" w="21600">
                <a:moveTo>
                  <a:pt x="21600" y="5400"/>
                </a:moveTo>
                <a:lnTo>
                  <a:pt x="5400" y="5400"/>
                </a:ln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5400" y="16200"/>
                </a:lnTo>
                <a:lnTo>
                  <a:pt x="21600" y="16200"/>
                </a:lnTo>
                <a:lnTo>
                  <a:pt x="21600" y="5400"/>
                </a:ln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8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Operations on pointers: </a:t>
            </a:r>
            <a:r>
              <a:rPr b="1" i="0" lang="en-IN" sz="44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+- int</a:t>
            </a:r>
            <a:endParaRPr/>
          </a:p>
        </p:txBody>
      </p:sp>
      <p:sp>
        <p:nvSpPr>
          <p:cNvPr id="431" name="Google Shape;431;p28"/>
          <p:cNvSpPr txBox="1"/>
          <p:nvPr>
            <p:ph idx="4294967295" type="body"/>
          </p:nvPr>
        </p:nvSpPr>
        <p:spPr>
          <a:xfrm>
            <a:off x="719998" y="1519559"/>
            <a:ext cx="2376004" cy="1864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*p, a[4], *q;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 &amp;a[1];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q = p + 2;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*q = 40;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8"/>
          <p:cNvSpPr txBox="1"/>
          <p:nvPr>
            <p:ph idx="4294967295" type="body"/>
          </p:nvPr>
        </p:nvSpPr>
        <p:spPr>
          <a:xfrm>
            <a:off x="3959992" y="1321756"/>
            <a:ext cx="5723467" cy="557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 allows adding or subtracting an int from a pointer!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Weird, but true!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e.g. int *p, n; p + n;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The result is a pointer of the same type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The resultant pointer points </a:t>
            </a:r>
            <a:r>
              <a:rPr b="1" i="1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 type locations ahead( for +) or before ( for -)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1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 type location is equal to sizeof(type).</a:t>
            </a: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647700" y="6103937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/>
          <p:nvPr/>
        </p:nvSpPr>
        <p:spPr>
          <a:xfrm>
            <a:off x="2016125" y="6103937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8"/>
          <p:cNvSpPr txBox="1"/>
          <p:nvPr/>
        </p:nvSpPr>
        <p:spPr>
          <a:xfrm>
            <a:off x="647700" y="6896100"/>
            <a:ext cx="360362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936625" y="5529262"/>
            <a:ext cx="574675" cy="935037"/>
          </a:xfrm>
          <a:custGeom>
            <a:rect b="b" l="l" r="r" t="t"/>
            <a:pathLst>
              <a:path extrusionOk="0" fill="none" h="2600" w="1600">
                <a:moveTo>
                  <a:pt x="0" y="2600"/>
                </a:moveTo>
                <a:lnTo>
                  <a:pt x="16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792162" y="4808537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1511300" y="4808537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8"/>
          <p:cNvSpPr/>
          <p:nvPr/>
        </p:nvSpPr>
        <p:spPr>
          <a:xfrm>
            <a:off x="2232025" y="4808537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8"/>
          <p:cNvSpPr/>
          <p:nvPr/>
        </p:nvSpPr>
        <p:spPr>
          <a:xfrm>
            <a:off x="2952750" y="4808537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441" name="Google Shape;441;p28"/>
          <p:cNvSpPr/>
          <p:nvPr/>
        </p:nvSpPr>
        <p:spPr>
          <a:xfrm>
            <a:off x="2447925" y="5529262"/>
            <a:ext cx="503237" cy="1079500"/>
          </a:xfrm>
          <a:custGeom>
            <a:rect b="b" l="l" r="r" t="t"/>
            <a:pathLst>
              <a:path extrusionOk="0" fill="none" h="3000" w="1400">
                <a:moveTo>
                  <a:pt x="0" y="3000"/>
                </a:moveTo>
                <a:lnTo>
                  <a:pt x="14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 txBox="1"/>
          <p:nvPr/>
        </p:nvSpPr>
        <p:spPr>
          <a:xfrm>
            <a:off x="503237" y="4448175"/>
            <a:ext cx="3240087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   0       1       2       3</a:t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2232025" y="6896100"/>
            <a:ext cx="360362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Problems: Draw diagrams for the code</a:t>
            </a:r>
            <a:endParaRPr/>
          </a:p>
        </p:txBody>
      </p:sp>
      <p:sp>
        <p:nvSpPr>
          <p:cNvPr id="450" name="Google Shape;450;p29"/>
          <p:cNvSpPr txBox="1"/>
          <p:nvPr>
            <p:ph idx="4294967295" type="body"/>
          </p:nvPr>
        </p:nvSpPr>
        <p:spPr>
          <a:xfrm>
            <a:off x="367213" y="1791346"/>
            <a:ext cx="5063435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int *p, *q, a[3], 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a[0] = 10; b = 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p = &amp;a[1];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q = p + 1;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p = q – 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*p = 30;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451" name="Google Shape;451;p29"/>
          <p:cNvSpPr txBox="1"/>
          <p:nvPr>
            <p:ph idx="4294967295" type="body"/>
          </p:nvPr>
        </p:nvSpPr>
        <p:spPr>
          <a:xfrm>
            <a:off x="4672364" y="1476691"/>
            <a:ext cx="5408264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1A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331A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331A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331A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int *p, *q, a[3], 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331A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331A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a[0] = 10; b = 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331A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331A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p = &amp;a[3];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331A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331A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q = p - 3;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331A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331A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p = q + 1;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331A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331A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*(q + 1) = 30;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331A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331A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    *(p – 1) = 20;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331A"/>
              </a:buClr>
              <a:buSzPts val="2800"/>
              <a:buFont typeface="Courier"/>
              <a:buNone/>
            </a:pPr>
            <a:r>
              <a:rPr b="1" i="0" lang="en-IN" sz="2800" u="none" cap="none" strike="noStrike">
                <a:solidFill>
                  <a:srgbClr val="00331A"/>
                </a:solidFill>
                <a:highlight>
                  <a:srgbClr val="000000"/>
                </a:highlight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30"/>
          <p:cNvPicPr preferRelativeResize="0"/>
          <p:nvPr/>
        </p:nvPicPr>
        <p:blipFill rotWithShape="1">
          <a:blip r:embed="rId3">
            <a:alphaModFix/>
          </a:blip>
          <a:srcRect b="36555" l="0" r="16482" t="0"/>
          <a:stretch/>
        </p:blipFill>
        <p:spPr>
          <a:xfrm>
            <a:off x="0" y="374650"/>
            <a:ext cx="9982200" cy="5056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1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Operations on pointers: substracting two pointers</a:t>
            </a:r>
            <a:endParaRPr/>
          </a:p>
        </p:txBody>
      </p:sp>
      <p:sp>
        <p:nvSpPr>
          <p:cNvPr id="463" name="Google Shape;463;p31"/>
          <p:cNvSpPr txBox="1"/>
          <p:nvPr>
            <p:ph idx="4294967295" type="body"/>
          </p:nvPr>
        </p:nvSpPr>
        <p:spPr>
          <a:xfrm>
            <a:off x="539998" y="1221400"/>
            <a:ext cx="2736003" cy="1864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*p, a[4], *q, x;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 &amp;a[1];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q = p + 2;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x = q – 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1"/>
          <p:cNvSpPr txBox="1"/>
          <p:nvPr>
            <p:ph idx="4294967295" type="body"/>
          </p:nvPr>
        </p:nvSpPr>
        <p:spPr>
          <a:xfrm>
            <a:off x="4716365" y="1460516"/>
            <a:ext cx="5291276" cy="557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Two pointers of the </a:t>
            </a:r>
            <a:r>
              <a:rPr b="1" i="1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same type</a:t>
            </a: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can be substracted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Result type is int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Result value = no. Of elements of sizeof(type) between two pointers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Logically derives from adding/substracting int to pointers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q + 2  ==&gt; p – q = 2</a:t>
            </a:r>
            <a:endParaRPr/>
          </a:p>
        </p:txBody>
      </p:sp>
      <p:sp>
        <p:nvSpPr>
          <p:cNvPr id="465" name="Google Shape;465;p31"/>
          <p:cNvSpPr/>
          <p:nvPr/>
        </p:nvSpPr>
        <p:spPr>
          <a:xfrm>
            <a:off x="431800" y="5903912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1"/>
          <p:cNvSpPr/>
          <p:nvPr/>
        </p:nvSpPr>
        <p:spPr>
          <a:xfrm>
            <a:off x="1800225" y="5903912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1"/>
          <p:cNvSpPr txBox="1"/>
          <p:nvPr/>
        </p:nvSpPr>
        <p:spPr>
          <a:xfrm>
            <a:off x="431800" y="6696075"/>
            <a:ext cx="360362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468" name="Google Shape;468;p31"/>
          <p:cNvSpPr/>
          <p:nvPr/>
        </p:nvSpPr>
        <p:spPr>
          <a:xfrm>
            <a:off x="720725" y="5327650"/>
            <a:ext cx="574675" cy="936625"/>
          </a:xfrm>
          <a:custGeom>
            <a:rect b="b" l="l" r="r" t="t"/>
            <a:pathLst>
              <a:path extrusionOk="0" fill="none" h="2600" w="1600">
                <a:moveTo>
                  <a:pt x="0" y="2600"/>
                </a:moveTo>
                <a:lnTo>
                  <a:pt x="16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576262" y="4608512"/>
            <a:ext cx="719137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1295400" y="4608512"/>
            <a:ext cx="7207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1"/>
          <p:cNvSpPr/>
          <p:nvPr/>
        </p:nvSpPr>
        <p:spPr>
          <a:xfrm>
            <a:off x="2016125" y="4608512"/>
            <a:ext cx="719137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1"/>
          <p:cNvSpPr/>
          <p:nvPr/>
        </p:nvSpPr>
        <p:spPr>
          <a:xfrm>
            <a:off x="2735262" y="4608512"/>
            <a:ext cx="7207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1"/>
          <p:cNvSpPr/>
          <p:nvPr/>
        </p:nvSpPr>
        <p:spPr>
          <a:xfrm>
            <a:off x="2232025" y="5327650"/>
            <a:ext cx="503237" cy="1079500"/>
          </a:xfrm>
          <a:custGeom>
            <a:rect b="b" l="l" r="r" t="t"/>
            <a:pathLst>
              <a:path extrusionOk="0" fill="none" h="3000" w="1400">
                <a:moveTo>
                  <a:pt x="0" y="3000"/>
                </a:moveTo>
                <a:lnTo>
                  <a:pt x="14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1"/>
          <p:cNvSpPr txBox="1"/>
          <p:nvPr/>
        </p:nvSpPr>
        <p:spPr>
          <a:xfrm>
            <a:off x="287337" y="4248150"/>
            <a:ext cx="3240087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   0       1       2       3</a:t>
            </a:r>
            <a:endParaRPr/>
          </a:p>
        </p:txBody>
      </p:sp>
      <p:sp>
        <p:nvSpPr>
          <p:cNvPr id="475" name="Google Shape;475;p31"/>
          <p:cNvSpPr txBox="1"/>
          <p:nvPr/>
        </p:nvSpPr>
        <p:spPr>
          <a:xfrm>
            <a:off x="2016125" y="6696075"/>
            <a:ext cx="360362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476" name="Google Shape;476;p31"/>
          <p:cNvSpPr/>
          <p:nvPr/>
        </p:nvSpPr>
        <p:spPr>
          <a:xfrm>
            <a:off x="3959225" y="4608512"/>
            <a:ext cx="7207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77" name="Google Shape;477;p31"/>
          <p:cNvSpPr txBox="1"/>
          <p:nvPr/>
        </p:nvSpPr>
        <p:spPr>
          <a:xfrm>
            <a:off x="4176712" y="5400675"/>
            <a:ext cx="3587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2"/>
          <p:cNvSpPr txBox="1"/>
          <p:nvPr>
            <p:ph idx="4294967295" type="title"/>
          </p:nvPr>
        </p:nvSpPr>
        <p:spPr>
          <a:xfrm>
            <a:off x="469398" y="98819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Operations on pointers: </a:t>
            </a:r>
            <a:r>
              <a:rPr b="1" i="0" lang="en-IN" sz="44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[ ]</a:t>
            </a:r>
            <a:endParaRPr/>
          </a:p>
        </p:txBody>
      </p:sp>
      <p:sp>
        <p:nvSpPr>
          <p:cNvPr id="484" name="Google Shape;484;p32"/>
          <p:cNvSpPr txBox="1"/>
          <p:nvPr>
            <p:ph idx="4294967295" type="body"/>
          </p:nvPr>
        </p:nvSpPr>
        <p:spPr>
          <a:xfrm>
            <a:off x="719998" y="1519559"/>
            <a:ext cx="2376004" cy="1864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*p, a[4], *q;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 &amp;a[1];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p[2] = 20;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p[-1] =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2"/>
          <p:cNvSpPr txBox="1"/>
          <p:nvPr>
            <p:ph idx="4294967295" type="body"/>
          </p:nvPr>
        </p:nvSpPr>
        <p:spPr>
          <a:xfrm>
            <a:off x="4176000" y="1155728"/>
            <a:ext cx="5904628" cy="557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Arial"/>
              <a:buChar char="•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Interestingly, C allows [ ] notation to be applied to all pointers!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Arial"/>
              <a:buChar char="•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You must be knowing that [ ] is normally used for arrays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Arial"/>
              <a:buChar char="•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[ i ] means * (p + i)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Arial"/>
              <a:buChar char="•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is a pointer and i is an integer (or i is a pointer and p is a pointer is also allowed)</a:t>
            </a:r>
            <a:endParaRPr/>
          </a:p>
        </p:txBody>
      </p:sp>
      <p:sp>
        <p:nvSpPr>
          <p:cNvPr id="486" name="Google Shape;486;p32"/>
          <p:cNvSpPr/>
          <p:nvPr/>
        </p:nvSpPr>
        <p:spPr>
          <a:xfrm>
            <a:off x="863600" y="6138862"/>
            <a:ext cx="7207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2"/>
          <p:cNvSpPr txBox="1"/>
          <p:nvPr/>
        </p:nvSpPr>
        <p:spPr>
          <a:xfrm>
            <a:off x="863600" y="6929437"/>
            <a:ext cx="360362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488" name="Google Shape;488;p32"/>
          <p:cNvSpPr/>
          <p:nvPr/>
        </p:nvSpPr>
        <p:spPr>
          <a:xfrm>
            <a:off x="1152525" y="5562600"/>
            <a:ext cx="574675" cy="935037"/>
          </a:xfrm>
          <a:custGeom>
            <a:rect b="b" l="l" r="r" t="t"/>
            <a:pathLst>
              <a:path extrusionOk="0" fill="none" h="2600" w="1600">
                <a:moveTo>
                  <a:pt x="0" y="2600"/>
                </a:moveTo>
                <a:lnTo>
                  <a:pt x="16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1008062" y="4841875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2"/>
          <p:cNvSpPr/>
          <p:nvPr/>
        </p:nvSpPr>
        <p:spPr>
          <a:xfrm>
            <a:off x="1728787" y="4841875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2"/>
          <p:cNvSpPr/>
          <p:nvPr/>
        </p:nvSpPr>
        <p:spPr>
          <a:xfrm>
            <a:off x="2447925" y="4841875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2"/>
          <p:cNvSpPr/>
          <p:nvPr/>
        </p:nvSpPr>
        <p:spPr>
          <a:xfrm>
            <a:off x="3168650" y="4841875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2"/>
          <p:cNvSpPr txBox="1"/>
          <p:nvPr/>
        </p:nvSpPr>
        <p:spPr>
          <a:xfrm>
            <a:off x="720725" y="4481512"/>
            <a:ext cx="32385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   0       1       2       3</a:t>
            </a:r>
            <a:endParaRPr/>
          </a:p>
        </p:txBody>
      </p:sp>
      <p:sp>
        <p:nvSpPr>
          <p:cNvPr id="494" name="Google Shape;494;p32"/>
          <p:cNvSpPr txBox="1"/>
          <p:nvPr/>
        </p:nvSpPr>
        <p:spPr>
          <a:xfrm>
            <a:off x="3384550" y="5130800"/>
            <a:ext cx="490537" cy="40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495" name="Google Shape;495;p32"/>
          <p:cNvSpPr txBox="1"/>
          <p:nvPr/>
        </p:nvSpPr>
        <p:spPr>
          <a:xfrm>
            <a:off x="1223962" y="5202237"/>
            <a:ext cx="492125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3"/>
          <p:cNvSpPr txBox="1"/>
          <p:nvPr>
            <p:ph idx="4294967295" type="title"/>
          </p:nvPr>
        </p:nvSpPr>
        <p:spPr>
          <a:xfrm>
            <a:off x="409678" y="239792"/>
            <a:ext cx="9071643" cy="6155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 peculiar thing about arrays</a:t>
            </a:r>
            <a:endParaRPr/>
          </a:p>
        </p:txBody>
      </p:sp>
      <p:sp>
        <p:nvSpPr>
          <p:cNvPr id="501" name="Google Shape;501;p33"/>
          <p:cNvSpPr txBox="1"/>
          <p:nvPr>
            <p:ph idx="4294967295" type="body"/>
          </p:nvPr>
        </p:nvSpPr>
        <p:spPr>
          <a:xfrm>
            <a:off x="215999" y="871505"/>
            <a:ext cx="4686510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Name of an array is equivalent to the address of (the zeroeth element) the array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a[3];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Now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1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means </a:t>
            </a:r>
            <a:r>
              <a:rPr b="1" i="1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&amp;a[0]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Because</a:t>
            </a:r>
            <a:r>
              <a:rPr b="1" i="1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it's an address, it can be stored in a pointer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a[3], *p;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a;</a:t>
            </a:r>
            <a:endParaRPr/>
          </a:p>
        </p:txBody>
      </p:sp>
      <p:sp>
        <p:nvSpPr>
          <p:cNvPr id="502" name="Google Shape;502;p33"/>
          <p:cNvSpPr txBox="1"/>
          <p:nvPr>
            <p:ph idx="4294967295" type="body"/>
          </p:nvPr>
        </p:nvSpPr>
        <p:spPr>
          <a:xfrm>
            <a:off x="4572000" y="988457"/>
            <a:ext cx="5241075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Arial"/>
              <a:buChar char="•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What do the following mean?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a[3] = {1, 2, 3}, *p;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 + 1;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*(a + 1);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 (a + 2)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Arial"/>
              <a:buChar char="•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Exception: when passed to sizeof() operator, the name is not the address</a:t>
            </a:r>
            <a:endParaRPr/>
          </a:p>
          <a:p>
            <a:pPr indent="-254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000CC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54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000CC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3"/>
          <p:cNvSpPr/>
          <p:nvPr/>
        </p:nvSpPr>
        <p:spPr>
          <a:xfrm>
            <a:off x="425450" y="6999287"/>
            <a:ext cx="687387" cy="32067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3"/>
          <p:cNvSpPr txBox="1"/>
          <p:nvPr/>
        </p:nvSpPr>
        <p:spPr>
          <a:xfrm>
            <a:off x="65087" y="7027862"/>
            <a:ext cx="344487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505" name="Google Shape;505;p33"/>
          <p:cNvSpPr/>
          <p:nvPr/>
        </p:nvSpPr>
        <p:spPr>
          <a:xfrm>
            <a:off x="563562" y="6743700"/>
            <a:ext cx="136525" cy="415925"/>
          </a:xfrm>
          <a:custGeom>
            <a:rect b="b" l="l" r="r" t="t"/>
            <a:pathLst>
              <a:path extrusionOk="0" fill="none" h="1156" w="383">
                <a:moveTo>
                  <a:pt x="383" y="115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3"/>
          <p:cNvSpPr/>
          <p:nvPr/>
        </p:nvSpPr>
        <p:spPr>
          <a:xfrm>
            <a:off x="563562" y="6424612"/>
            <a:ext cx="687387" cy="31908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3"/>
          <p:cNvSpPr/>
          <p:nvPr/>
        </p:nvSpPr>
        <p:spPr>
          <a:xfrm>
            <a:off x="1250950" y="6424612"/>
            <a:ext cx="688975" cy="31908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3"/>
          <p:cNvSpPr/>
          <p:nvPr/>
        </p:nvSpPr>
        <p:spPr>
          <a:xfrm>
            <a:off x="1939925" y="6424612"/>
            <a:ext cx="687387" cy="31908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3"/>
          <p:cNvSpPr/>
          <p:nvPr/>
        </p:nvSpPr>
        <p:spPr>
          <a:xfrm>
            <a:off x="2627312" y="6424612"/>
            <a:ext cx="687387" cy="31908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3"/>
          <p:cNvSpPr txBox="1"/>
          <p:nvPr/>
        </p:nvSpPr>
        <p:spPr>
          <a:xfrm>
            <a:off x="215900" y="6011862"/>
            <a:ext cx="3095625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    0       1       2       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 </a:t>
            </a:r>
            <a:r>
              <a:rPr b="1" i="1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as if it was an array</a:t>
            </a:r>
            <a:endParaRPr/>
          </a:p>
        </p:txBody>
      </p:sp>
      <p:sp>
        <p:nvSpPr>
          <p:cNvPr id="516" name="Google Shape;516;p34"/>
          <p:cNvSpPr txBox="1"/>
          <p:nvPr>
            <p:ph idx="4294967295" type="body"/>
          </p:nvPr>
        </p:nvSpPr>
        <p:spPr>
          <a:xfrm>
            <a:off x="414790" y="1345292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914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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Combine the concepts of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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 arithmetic (+- int)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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[ ] notation for pointers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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Array name as address of array</a:t>
            </a:r>
            <a:endParaRPr/>
          </a:p>
          <a:p>
            <a:pPr indent="-137159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1" i="0" sz="3200" u="none" cap="none" strike="noStrike">
              <a:solidFill>
                <a:srgbClr val="0000CC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4"/>
          <p:cNvSpPr txBox="1"/>
          <p:nvPr>
            <p:ph idx="4294967295" type="body"/>
          </p:nvPr>
        </p:nvSpPr>
        <p:spPr>
          <a:xfrm>
            <a:off x="4469578" y="1327663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a[3], *p;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a;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p[2] = 10;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CC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Here we are using p as if it was an array name</a:t>
            </a:r>
            <a:endParaRPr/>
          </a:p>
          <a:p>
            <a:pPr indent="0" lvl="2" marL="9144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Possible only if p was pointing to array base</a:t>
            </a:r>
            <a:endParaRPr/>
          </a:p>
        </p:txBody>
      </p:sp>
      <p:sp>
        <p:nvSpPr>
          <p:cNvPr id="518" name="Google Shape;518;p34"/>
          <p:cNvSpPr/>
          <p:nvPr/>
        </p:nvSpPr>
        <p:spPr>
          <a:xfrm>
            <a:off x="6408737" y="7035800"/>
            <a:ext cx="687387" cy="32067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4"/>
          <p:cNvSpPr txBox="1"/>
          <p:nvPr/>
        </p:nvSpPr>
        <p:spPr>
          <a:xfrm>
            <a:off x="6048375" y="7064375"/>
            <a:ext cx="344487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520" name="Google Shape;520;p34"/>
          <p:cNvSpPr/>
          <p:nvPr/>
        </p:nvSpPr>
        <p:spPr>
          <a:xfrm>
            <a:off x="6545262" y="6780212"/>
            <a:ext cx="138112" cy="415925"/>
          </a:xfrm>
          <a:custGeom>
            <a:rect b="b" l="l" r="r" t="t"/>
            <a:pathLst>
              <a:path extrusionOk="0" fill="none" h="1156" w="383">
                <a:moveTo>
                  <a:pt x="383" y="115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6545262" y="6459537"/>
            <a:ext cx="688975" cy="32067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7234237" y="6459537"/>
            <a:ext cx="687387" cy="32067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7921625" y="6459537"/>
            <a:ext cx="687387" cy="32067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8609012" y="6459537"/>
            <a:ext cx="688975" cy="32067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4"/>
          <p:cNvSpPr txBox="1"/>
          <p:nvPr/>
        </p:nvSpPr>
        <p:spPr>
          <a:xfrm>
            <a:off x="6199187" y="6048375"/>
            <a:ext cx="3095625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    0       1       2       3</a:t>
            </a:r>
            <a:endParaRPr/>
          </a:p>
        </p:txBody>
      </p:sp>
      <p:sp>
        <p:nvSpPr>
          <p:cNvPr id="526" name="Google Shape;526;p34"/>
          <p:cNvSpPr txBox="1"/>
          <p:nvPr/>
        </p:nvSpPr>
        <p:spPr>
          <a:xfrm>
            <a:off x="8064500" y="6451600"/>
            <a:ext cx="433387" cy="346075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5"/>
          <p:cNvSpPr txBox="1"/>
          <p:nvPr>
            <p:ph idx="4294967295" type="title"/>
          </p:nvPr>
        </p:nvSpPr>
        <p:spPr>
          <a:xfrm>
            <a:off x="503998" y="100510"/>
            <a:ext cx="9071643" cy="6155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Pointers != Arrays</a:t>
            </a:r>
            <a:endParaRPr/>
          </a:p>
        </p:txBody>
      </p:sp>
      <p:sp>
        <p:nvSpPr>
          <p:cNvPr id="532" name="Google Shape;532;p35"/>
          <p:cNvSpPr txBox="1"/>
          <p:nvPr>
            <p:ph idx="4294967295" type="body"/>
          </p:nvPr>
        </p:nvSpPr>
        <p:spPr>
          <a:xfrm>
            <a:off x="501027" y="843488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Array is a continuous collection of elements of one type.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Array has  name, the name also stands for the address of the array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[ ] is  allowed operation on arrays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Array name can't be reassigned to another address</a:t>
            </a:r>
            <a:endParaRPr/>
          </a:p>
        </p:txBody>
      </p:sp>
      <p:sp>
        <p:nvSpPr>
          <p:cNvPr id="533" name="Google Shape;533;p35"/>
          <p:cNvSpPr txBox="1"/>
          <p:nvPr>
            <p:ph idx="4294967295" type="body"/>
          </p:nvPr>
        </p:nvSpPr>
        <p:spPr>
          <a:xfrm>
            <a:off x="5039816" y="955008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 is a variable that can store an 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Pointers can be of various types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[ ], = , +- int, substraction are operations on pointers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Pointers can be reassigned to point to different addresses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6"/>
          <p:cNvSpPr txBox="1"/>
          <p:nvPr>
            <p:ph idx="4294967295" type="title"/>
          </p:nvPr>
        </p:nvSpPr>
        <p:spPr>
          <a:xfrm>
            <a:off x="503240" y="301623"/>
            <a:ext cx="9070976" cy="1262064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3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Concept of (Binding) “Time”</a:t>
            </a:r>
            <a:endParaRPr/>
          </a:p>
        </p:txBody>
      </p:sp>
      <p:sp>
        <p:nvSpPr>
          <p:cNvPr id="540" name="Google Shape;540;p36"/>
          <p:cNvSpPr txBox="1"/>
          <p:nvPr>
            <p:ph idx="4294967295" type="body"/>
          </p:nvPr>
        </p:nvSpPr>
        <p:spPr>
          <a:xfrm>
            <a:off x="503240" y="1768477"/>
            <a:ext cx="9288466" cy="5502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3" lvl="0" marL="43179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■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Compile Time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■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you are running commands like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cc  program.c -o program</a:t>
            </a:r>
            <a:endParaRPr/>
          </a:p>
          <a:p>
            <a:pPr indent="-323853" lvl="0" marL="431797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■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Load time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■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you type commands like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./program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Before the main() starts running</a:t>
            </a:r>
            <a:endParaRPr/>
          </a:p>
          <a:p>
            <a:pPr indent="-323853" lvl="0" marL="431797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■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Program Run Time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■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you type commands like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./program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main() of the program starts running, till it exits </a:t>
            </a:r>
            <a:endParaRPr/>
          </a:p>
          <a:p>
            <a:pPr indent="-323853" lvl="0" marL="431797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■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Function Call Time 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■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Interval between the call of a function and before the called function starts running. Part of “Run Time”.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7"/>
          <p:cNvSpPr txBox="1"/>
          <p:nvPr>
            <p:ph idx="4294967295" type="title"/>
          </p:nvPr>
        </p:nvSpPr>
        <p:spPr>
          <a:xfrm>
            <a:off x="503240" y="-3172"/>
            <a:ext cx="9070976" cy="1262064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3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Lifetime of variables and Memory Allocation</a:t>
            </a:r>
            <a:endParaRPr/>
          </a:p>
        </p:txBody>
      </p:sp>
      <p:sp>
        <p:nvSpPr>
          <p:cNvPr id="546" name="Google Shape;546;p37"/>
          <p:cNvSpPr txBox="1"/>
          <p:nvPr>
            <p:ph idx="4294967295" type="body"/>
          </p:nvPr>
        </p:nvSpPr>
        <p:spPr>
          <a:xfrm>
            <a:off x="215898" y="1474790"/>
            <a:ext cx="6192838" cy="5575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2" lvl="0" marL="43179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080"/>
              <a:buFont typeface="Noto Sans Symbols"/>
              <a:buChar char="■"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Global Variables, Static Variables (g, t, and s here)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■"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Allocated Memory at </a:t>
            </a:r>
            <a:r>
              <a:rPr b="0" i="1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time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■"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are alive (available) till the program exits</a:t>
            </a:r>
            <a:endParaRPr/>
          </a:p>
          <a:p>
            <a:pPr indent="-323852" lvl="0" marL="431797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080"/>
              <a:buFont typeface="Noto Sans Symbols"/>
              <a:buChar char="■"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Local Variables, Formal Arguments (i, j, k in main; a, b, x, y in f) 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■"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Allocated Memory on </a:t>
            </a:r>
            <a:r>
              <a:rPr b="0" i="1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call 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■"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are alive (available) as long as function is running </a:t>
            </a:r>
            <a:endParaRPr/>
          </a:p>
          <a:p>
            <a:pPr indent="-323852" lvl="0" marL="431797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080"/>
              <a:buFont typeface="Noto Sans Symbols"/>
              <a:buChar char="■"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Dynamically allocated memory (Run time allocation)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■"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Allocated on explicit call to functions like </a:t>
            </a:r>
            <a:r>
              <a:rPr b="0" i="1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malloc()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■"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Alive as long as functions like </a:t>
            </a:r>
            <a:r>
              <a:rPr b="0" i="1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free() </a:t>
            </a: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are not called on the memory </a:t>
            </a:r>
            <a:endParaRPr/>
          </a:p>
        </p:txBody>
      </p:sp>
      <p:sp>
        <p:nvSpPr>
          <p:cNvPr id="547" name="Google Shape;547;p37"/>
          <p:cNvSpPr txBox="1"/>
          <p:nvPr>
            <p:ph idx="4294967295" type="body"/>
          </p:nvPr>
        </p:nvSpPr>
        <p:spPr>
          <a:xfrm>
            <a:off x="6634977" y="725722"/>
            <a:ext cx="4423858" cy="5502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g;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static int t = 20;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f(int a, int b)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int x, 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static int s =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x = a + b + 5 + g + 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return x;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main()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int i, j, k, *p;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g = 10; i = 20; j = 30;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p = malloc(8);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k = f(i, j);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}  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8"/>
          <p:cNvSpPr txBox="1"/>
          <p:nvPr>
            <p:ph idx="4294967295" type="subTitle"/>
          </p:nvPr>
        </p:nvSpPr>
        <p:spPr>
          <a:xfrm>
            <a:off x="503998" y="301322"/>
            <a:ext cx="9071643" cy="5851803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Dynamic Memory Allocation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9"/>
          <p:cNvSpPr txBox="1"/>
          <p:nvPr>
            <p:ph idx="4294967295" type="title"/>
          </p:nvPr>
        </p:nvSpPr>
        <p:spPr>
          <a:xfrm>
            <a:off x="503998" y="301322"/>
            <a:ext cx="9071643" cy="769193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</a:t>
            </a:r>
            <a:endParaRPr/>
          </a:p>
        </p:txBody>
      </p:sp>
      <p:sp>
        <p:nvSpPr>
          <p:cNvPr id="560" name="Google Shape;560;p39"/>
          <p:cNvSpPr txBox="1"/>
          <p:nvPr>
            <p:ph idx="4294967295" type="body"/>
          </p:nvPr>
        </p:nvSpPr>
        <p:spPr>
          <a:xfrm>
            <a:off x="503998" y="888092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  is a standard C library function for allocating memory dynamically (at run time)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#include &lt;stdlib.h&gt; for malloc()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Function prototype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Run “man malloc” to see it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   void *malloc(size_t size);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size_t is a typedef in stdlib.h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size_t is unsigned long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Reads a number, allocates those many bytes and returns the address of allocated memory (zero'th byte)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260"/>
              <a:buFont typeface="Noto Sans Symbols"/>
              <a:buChar char="▪"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Additional info:  malloc() gets the memory from the OS and then gives to your program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0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*</a:t>
            </a:r>
            <a:endParaRPr/>
          </a:p>
        </p:txBody>
      </p:sp>
      <p:sp>
        <p:nvSpPr>
          <p:cNvPr id="567" name="Google Shape;567;p40"/>
          <p:cNvSpPr txBox="1"/>
          <p:nvPr>
            <p:ph idx="4294967295" type="body"/>
          </p:nvPr>
        </p:nvSpPr>
        <p:spPr>
          <a:xfrm>
            <a:off x="245324" y="1769437"/>
            <a:ext cx="8736205" cy="53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 void pointer is </a:t>
            </a:r>
            <a:r>
              <a:rPr b="1" i="0" lang="en-IN" sz="28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 typeless </a:t>
            </a: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pointer;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Pure address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No type --&gt; No “size” information about the type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You </a:t>
            </a:r>
            <a:r>
              <a:rPr b="1" i="0" lang="en-IN" sz="28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can declare a void pointer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*p, *q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pointer can store </a:t>
            </a:r>
            <a:r>
              <a:rPr b="1" i="1" lang="en-IN" sz="28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any</a:t>
            </a:r>
            <a:r>
              <a:rPr b="1" i="0" lang="en-IN" sz="28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address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*p;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a;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&amp;a; char c;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&amp;c;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*</a:t>
            </a:r>
            <a:endParaRPr/>
          </a:p>
        </p:txBody>
      </p:sp>
      <p:sp>
        <p:nvSpPr>
          <p:cNvPr id="574" name="Google Shape;574;p41"/>
          <p:cNvSpPr txBox="1"/>
          <p:nvPr>
            <p:ph idx="4294967295" type="body"/>
          </p:nvPr>
        </p:nvSpPr>
        <p:spPr>
          <a:xfrm>
            <a:off x="322856" y="1077666"/>
            <a:ext cx="9433928" cy="5646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pointers can be </a:t>
            </a:r>
            <a:r>
              <a:rPr b="1" i="0" lang="en-IN" sz="24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copied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*p, *q;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a;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&amp;a;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q = p;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q also stores address of ‘a’ now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IN" sz="24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Dereferencing operator has no meaning</a:t>
            </a: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when applied to a void pointer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*p; int a; p = &amp;a;  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What does *p mean now?  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08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Needs “size” of the type for its work. Void pointers have no type and so no size information associated with it.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Note: [ ] is also dereferencing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CC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2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</a:t>
            </a:r>
            <a:endParaRPr/>
          </a:p>
        </p:txBody>
      </p:sp>
      <p:sp>
        <p:nvSpPr>
          <p:cNvPr id="581" name="Google Shape;581;p42"/>
          <p:cNvSpPr txBox="1"/>
          <p:nvPr>
            <p:ph idx="4294967295" type="body"/>
          </p:nvPr>
        </p:nvSpPr>
        <p:spPr>
          <a:xfrm>
            <a:off x="503997" y="1401052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 returns a “void *”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Returns a pure address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This address can be stored in a “void *” variable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This address can also be stored in any pointer variable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Suppose we do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*p;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malloc(8);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Now what meaningful operations can we do with the malloced memory?  --&gt; only copy!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So normally return value of malloc is stored using some typed pointer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3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</a:t>
            </a:r>
            <a:endParaRPr/>
          </a:p>
        </p:txBody>
      </p:sp>
      <p:sp>
        <p:nvSpPr>
          <p:cNvPr id="588" name="Google Shape;588;p43"/>
          <p:cNvSpPr txBox="1"/>
          <p:nvPr>
            <p:ph idx="4294967295" type="body"/>
          </p:nvPr>
        </p:nvSpPr>
        <p:spPr>
          <a:xfrm>
            <a:off x="503998" y="1769043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malloc(8)</a:t>
            </a:r>
            <a:endParaRPr/>
          </a:p>
        </p:txBody>
      </p:sp>
      <p:sp>
        <p:nvSpPr>
          <p:cNvPr id="589" name="Google Shape;589;p43"/>
          <p:cNvSpPr txBox="1"/>
          <p:nvPr>
            <p:ph idx="4294967295" type="body"/>
          </p:nvPr>
        </p:nvSpPr>
        <p:spPr>
          <a:xfrm>
            <a:off x="4148257" y="1769043"/>
            <a:ext cx="5431343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This code allocates 8 bytes and then pointer p will point to the malloced memory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This code can result in a “warning” because we are converting “void *” to a “int *” with '='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4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</a:t>
            </a:r>
            <a:endParaRPr/>
          </a:p>
        </p:txBody>
      </p:sp>
      <p:sp>
        <p:nvSpPr>
          <p:cNvPr id="596" name="Google Shape;596;p44"/>
          <p:cNvSpPr txBox="1"/>
          <p:nvPr>
            <p:ph idx="4294967295" type="body"/>
          </p:nvPr>
        </p:nvSpPr>
        <p:spPr>
          <a:xfrm>
            <a:off x="503998" y="1769043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 = (int *) malloc(8);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4"/>
          <p:cNvSpPr txBox="1"/>
          <p:nvPr>
            <p:ph idx="4294967295" type="body"/>
          </p:nvPr>
        </p:nvSpPr>
        <p:spPr>
          <a:xfrm>
            <a:off x="503998" y="3598410"/>
            <a:ext cx="9297920" cy="3103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This code does away  with the warning as we are converting the “void *” into “int *” using </a:t>
            </a:r>
            <a:r>
              <a:rPr b="1" i="0" lang="en-IN" sz="32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explicit type casting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Suppose size of integer was 4 bytes, then what does this code mean?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5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</a:t>
            </a:r>
            <a:endParaRPr/>
          </a:p>
        </p:txBody>
      </p:sp>
      <p:sp>
        <p:nvSpPr>
          <p:cNvPr id="604" name="Google Shape;604;p45"/>
          <p:cNvSpPr txBox="1"/>
          <p:nvPr>
            <p:ph idx="4294967295" type="body"/>
          </p:nvPr>
        </p:nvSpPr>
        <p:spPr>
          <a:xfrm>
            <a:off x="359999" y="1303559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 = (int *) malloc(8);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points to 8 byte location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However now, *p means deferencing in “4 bytes”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as size of int is 4 bytes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5"/>
          <p:cNvSpPr txBox="1"/>
          <p:nvPr>
            <p:ph idx="4294967295" type="body"/>
          </p:nvPr>
        </p:nvSpPr>
        <p:spPr>
          <a:xfrm>
            <a:off x="4627760" y="1367997"/>
            <a:ext cx="5263377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p[0] means *(p + 0)  that is *p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p[1] means *(p + 1) where (p + 1) is a pointer  4 bytes ahead of p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Using this trick we are treating the 8 bytes as if it was a 2 integer array !</a:t>
            </a:r>
            <a:endParaRPr/>
          </a:p>
        </p:txBody>
      </p:sp>
      <p:sp>
        <p:nvSpPr>
          <p:cNvPr id="606" name="Google Shape;606;p45"/>
          <p:cNvSpPr/>
          <p:nvPr/>
        </p:nvSpPr>
        <p:spPr>
          <a:xfrm>
            <a:off x="215900" y="6372225"/>
            <a:ext cx="7207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5"/>
          <p:cNvSpPr txBox="1"/>
          <p:nvPr/>
        </p:nvSpPr>
        <p:spPr>
          <a:xfrm>
            <a:off x="287337" y="5867400"/>
            <a:ext cx="360362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608" name="Google Shape;608;p45"/>
          <p:cNvSpPr/>
          <p:nvPr/>
        </p:nvSpPr>
        <p:spPr>
          <a:xfrm>
            <a:off x="1439862" y="6443662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5"/>
          <p:cNvSpPr/>
          <p:nvPr/>
        </p:nvSpPr>
        <p:spPr>
          <a:xfrm>
            <a:off x="2160587" y="6443662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5"/>
          <p:cNvSpPr/>
          <p:nvPr/>
        </p:nvSpPr>
        <p:spPr>
          <a:xfrm>
            <a:off x="2879725" y="6443662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5"/>
          <p:cNvSpPr/>
          <p:nvPr/>
        </p:nvSpPr>
        <p:spPr>
          <a:xfrm>
            <a:off x="3600450" y="6443662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5"/>
          <p:cNvSpPr txBox="1"/>
          <p:nvPr/>
        </p:nvSpPr>
        <p:spPr>
          <a:xfrm>
            <a:off x="1152525" y="6083300"/>
            <a:ext cx="61912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I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0       1       2       3         4        5       6        7</a:t>
            </a:r>
            <a:endParaRPr/>
          </a:p>
        </p:txBody>
      </p:sp>
      <p:sp>
        <p:nvSpPr>
          <p:cNvPr id="613" name="Google Shape;613;p45"/>
          <p:cNvSpPr/>
          <p:nvPr/>
        </p:nvSpPr>
        <p:spPr>
          <a:xfrm>
            <a:off x="792162" y="6624637"/>
            <a:ext cx="647700" cy="71437"/>
          </a:xfrm>
          <a:custGeom>
            <a:rect b="b" l="l" r="r" t="t"/>
            <a:pathLst>
              <a:path extrusionOk="0" fill="none" h="200" w="1800">
                <a:moveTo>
                  <a:pt x="0" y="0"/>
                </a:moveTo>
                <a:lnTo>
                  <a:pt x="1800" y="20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5"/>
          <p:cNvSpPr/>
          <p:nvPr/>
        </p:nvSpPr>
        <p:spPr>
          <a:xfrm>
            <a:off x="4319587" y="6443662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5"/>
          <p:cNvSpPr/>
          <p:nvPr/>
        </p:nvSpPr>
        <p:spPr>
          <a:xfrm>
            <a:off x="5040312" y="6443662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5"/>
          <p:cNvSpPr/>
          <p:nvPr/>
        </p:nvSpPr>
        <p:spPr>
          <a:xfrm>
            <a:off x="5759450" y="6443662"/>
            <a:ext cx="720725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5"/>
          <p:cNvSpPr/>
          <p:nvPr/>
        </p:nvSpPr>
        <p:spPr>
          <a:xfrm>
            <a:off x="6480175" y="6443662"/>
            <a:ext cx="719137" cy="720725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5"/>
          <p:cNvSpPr txBox="1"/>
          <p:nvPr/>
        </p:nvSpPr>
        <p:spPr>
          <a:xfrm>
            <a:off x="1368425" y="6624637"/>
            <a:ext cx="30956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&lt;---------p[0]--------&gt;</a:t>
            </a:r>
            <a:endParaRPr/>
          </a:p>
        </p:txBody>
      </p:sp>
      <p:sp>
        <p:nvSpPr>
          <p:cNvPr id="619" name="Google Shape;619;p45"/>
          <p:cNvSpPr txBox="1"/>
          <p:nvPr/>
        </p:nvSpPr>
        <p:spPr>
          <a:xfrm>
            <a:off x="4248150" y="6624637"/>
            <a:ext cx="30956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&lt;---------p[1]--------&gt;</a:t>
            </a:r>
            <a:endParaRPr/>
          </a:p>
        </p:txBody>
      </p:sp>
      <p:sp>
        <p:nvSpPr>
          <p:cNvPr id="620" name="Google Shape;620;p45"/>
          <p:cNvSpPr/>
          <p:nvPr/>
        </p:nvSpPr>
        <p:spPr>
          <a:xfrm>
            <a:off x="4319587" y="5832475"/>
            <a:ext cx="0" cy="611187"/>
          </a:xfrm>
          <a:custGeom>
            <a:rect b="b" l="l" r="r" t="t"/>
            <a:pathLst>
              <a:path extrusionOk="0" fill="none" h="611640" w="120000">
                <a:moveTo>
                  <a:pt x="0" y="0"/>
                </a:moveTo>
                <a:lnTo>
                  <a:pt x="0" y="61164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5"/>
          <p:cNvSpPr txBox="1"/>
          <p:nvPr/>
        </p:nvSpPr>
        <p:spPr>
          <a:xfrm>
            <a:off x="3959225" y="5472112"/>
            <a:ext cx="936625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+ 1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6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</a:t>
            </a:r>
            <a:endParaRPr/>
          </a:p>
        </p:txBody>
      </p:sp>
      <p:sp>
        <p:nvSpPr>
          <p:cNvPr id="628" name="Google Shape;628;p46"/>
          <p:cNvSpPr txBox="1"/>
          <p:nvPr>
            <p:ph idx="4294967295" type="body"/>
          </p:nvPr>
        </p:nvSpPr>
        <p:spPr>
          <a:xfrm>
            <a:off x="359999" y="1303559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 = (int *) malloc(8);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points to 8 byte location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However now, *p means deferencing in “4 bytes”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as size of int is 4 bytes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6"/>
          <p:cNvSpPr txBox="1"/>
          <p:nvPr>
            <p:ph idx="4294967295" type="body"/>
          </p:nvPr>
        </p:nvSpPr>
        <p:spPr>
          <a:xfrm>
            <a:off x="5147998" y="1376290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p[0] means *(p + 0)  that is *p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p[1] means *(p + 1) where (p + 1) is a pointer  4 bytes ahead of p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Using this trick we are treating the 8 bytes as if it was a 2 integer array !</a:t>
            </a:r>
            <a:endParaRPr/>
          </a:p>
        </p:txBody>
      </p:sp>
      <p:sp>
        <p:nvSpPr>
          <p:cNvPr id="630" name="Google Shape;630;p46"/>
          <p:cNvSpPr/>
          <p:nvPr/>
        </p:nvSpPr>
        <p:spPr>
          <a:xfrm>
            <a:off x="215900" y="6372225"/>
            <a:ext cx="7207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6"/>
          <p:cNvSpPr txBox="1"/>
          <p:nvPr/>
        </p:nvSpPr>
        <p:spPr>
          <a:xfrm>
            <a:off x="287337" y="5867400"/>
            <a:ext cx="360362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632" name="Google Shape;632;p46"/>
          <p:cNvSpPr/>
          <p:nvPr/>
        </p:nvSpPr>
        <p:spPr>
          <a:xfrm>
            <a:off x="792162" y="6624637"/>
            <a:ext cx="647700" cy="71437"/>
          </a:xfrm>
          <a:custGeom>
            <a:rect b="b" l="l" r="r" t="t"/>
            <a:pathLst>
              <a:path extrusionOk="0" h="71999" w="647998">
                <a:moveTo>
                  <a:pt x="0" y="0"/>
                </a:moveTo>
                <a:lnTo>
                  <a:pt x="647998" y="71999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stealth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6"/>
          <p:cNvSpPr/>
          <p:nvPr/>
        </p:nvSpPr>
        <p:spPr>
          <a:xfrm>
            <a:off x="1476375" y="6372225"/>
            <a:ext cx="24479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6"/>
          <p:cNvSpPr/>
          <p:nvPr/>
        </p:nvSpPr>
        <p:spPr>
          <a:xfrm>
            <a:off x="3924300" y="6372225"/>
            <a:ext cx="2447925" cy="7191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975" lIns="90000" spcFirstLastPara="1" rIns="90000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6"/>
          <p:cNvSpPr txBox="1"/>
          <p:nvPr/>
        </p:nvSpPr>
        <p:spPr>
          <a:xfrm>
            <a:off x="1439862" y="5975350"/>
            <a:ext cx="4932362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0                                         1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7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Malloc(): Allocating arrays dynamically</a:t>
            </a:r>
            <a:endParaRPr/>
          </a:p>
        </p:txBody>
      </p:sp>
      <p:sp>
        <p:nvSpPr>
          <p:cNvPr id="642" name="Google Shape;642;p47"/>
          <p:cNvSpPr txBox="1"/>
          <p:nvPr>
            <p:ph idx="4294967295" type="body"/>
          </p:nvPr>
        </p:nvSpPr>
        <p:spPr>
          <a:xfrm>
            <a:off x="503998" y="1769043"/>
            <a:ext cx="4426921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int *p;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 = (int *) malloc(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    sizeof(int) * 4);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rgbClr val="000099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We can allocate arrays of any type dynamically using malloc()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7"/>
          <p:cNvSpPr txBox="1"/>
          <p:nvPr>
            <p:ph idx="4294967295" type="body"/>
          </p:nvPr>
        </p:nvSpPr>
        <p:spPr>
          <a:xfrm>
            <a:off x="4817324" y="1769043"/>
            <a:ext cx="5129564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Use of sizeof(int) here makes sure that the code is </a:t>
            </a:r>
            <a:r>
              <a:rPr b="1" i="1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portable, </a:t>
            </a: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appropriately sized array will be allocated  irrespective of size of integer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Code on earlier slide assumes 4 byte integer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This code allocates array of 4 integers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Can be accessed as p[0], p[1], p[2] and p[3]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8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malloc(): Allocating array of structures</a:t>
            </a:r>
            <a:endParaRPr/>
          </a:p>
        </p:txBody>
      </p:sp>
      <p:sp>
        <p:nvSpPr>
          <p:cNvPr id="650" name="Google Shape;650;p48"/>
          <p:cNvSpPr txBox="1"/>
          <p:nvPr>
            <p:ph idx="4294967295" type="body"/>
          </p:nvPr>
        </p:nvSpPr>
        <p:spPr>
          <a:xfrm>
            <a:off x="503998" y="1769043"/>
            <a:ext cx="7413369" cy="3472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typedef struct test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    int a, 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    double g;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}test;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test *p;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 = (test *) malloc(sizeof(test) * 4);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66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8"/>
          <p:cNvSpPr txBox="1"/>
          <p:nvPr/>
        </p:nvSpPr>
        <p:spPr>
          <a:xfrm>
            <a:off x="200719" y="5055644"/>
            <a:ext cx="10633868" cy="2939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▪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This code allocates an array of 4 structures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▪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points to the array of structures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▪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p[0] is the 0</a:t>
            </a:r>
            <a:r>
              <a:rPr b="1" baseline="3000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structure, p[1] is the  1</a:t>
            </a:r>
            <a:r>
              <a:rPr b="1" baseline="30000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structure ...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900"/>
              <a:buFont typeface="Noto Sans Symbols"/>
              <a:buChar char="▪"/>
            </a:pP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p[0].a, p[1].g is the</a:t>
            </a:r>
            <a:r>
              <a:rPr b="1" i="0" lang="en-IN" sz="1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20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way to access the inner elements of structures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9"/>
          <p:cNvSpPr txBox="1"/>
          <p:nvPr>
            <p:ph idx="4294967295" type="title"/>
          </p:nvPr>
        </p:nvSpPr>
        <p:spPr>
          <a:xfrm>
            <a:off x="503998" y="301322"/>
            <a:ext cx="9071643" cy="53501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free()</a:t>
            </a:r>
            <a:endParaRPr/>
          </a:p>
        </p:txBody>
      </p:sp>
      <p:sp>
        <p:nvSpPr>
          <p:cNvPr id="657" name="Google Shape;657;p49"/>
          <p:cNvSpPr txBox="1"/>
          <p:nvPr>
            <p:ph idx="4294967295" type="body"/>
          </p:nvPr>
        </p:nvSpPr>
        <p:spPr>
          <a:xfrm>
            <a:off x="211875" y="921550"/>
            <a:ext cx="9475277" cy="43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free() will  give the malloced memory 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malloc() and free() work together to manage what is called as “heap memory” which the memory management library has obtained from the 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Usage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FF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void free(void *p);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free() must be given an address which was returned by malloc()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Rule: Every malloc() must have a corresponding free()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0"/>
          <p:cNvSpPr txBox="1"/>
          <p:nvPr>
            <p:ph idx="4294967295"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DRAW</a:t>
            </a:r>
            <a:endParaRPr b="1" i="0" sz="4400" u="none" cap="none" strike="noStrike">
              <a:solidFill>
                <a:srgbClr val="8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0"/>
          <p:cNvSpPr txBox="1"/>
          <p:nvPr>
            <p:ph idx="4294967295" type="body"/>
          </p:nvPr>
        </p:nvSpPr>
        <p:spPr>
          <a:xfrm>
            <a:off x="503998" y="1563477"/>
            <a:ext cx="9071643" cy="4590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Courier New"/>
              <a:buNone/>
            </a:pP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typedef struct slot {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int value;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char arr[10];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char *cp;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struct slot *sp;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}slot;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slot a, b, *p, *q;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a.sp = &amp;b;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p = &amp;b;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q = &amp;a;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p-&gt;sp = &amp;a;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p-&gt;cp = &amp;(q-&gt;arr[5]);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b.cp = &amp;(b.arr[1]);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p-&gt;value = b.cp - p-&gt;cp;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q-&gt;value = 10;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strcpy(b.arr, "hello");    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    return 0;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b="1" i="0" lang="en-IN" sz="18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1" i="0" sz="3200" u="none" cap="none" strike="noStrike">
              <a:solidFill>
                <a:srgbClr val="0000CC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1"/>
          <p:cNvSpPr txBox="1"/>
          <p:nvPr/>
        </p:nvSpPr>
        <p:spPr>
          <a:xfrm>
            <a:off x="503237" y="301625"/>
            <a:ext cx="9070975" cy="585152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284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IN" sz="3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 Referential Pointers in Structures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2"/>
          <p:cNvSpPr txBox="1"/>
          <p:nvPr>
            <p:ph idx="4294967295" type="title"/>
          </p:nvPr>
        </p:nvSpPr>
        <p:spPr>
          <a:xfrm>
            <a:off x="503240" y="301623"/>
            <a:ext cx="9070976" cy="1262064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3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Self Referential Pointers</a:t>
            </a:r>
            <a:endParaRPr/>
          </a:p>
        </p:txBody>
      </p:sp>
      <p:sp>
        <p:nvSpPr>
          <p:cNvPr id="675" name="Google Shape;675;p52"/>
          <p:cNvSpPr txBox="1"/>
          <p:nvPr>
            <p:ph idx="4294967295" type="body"/>
          </p:nvPr>
        </p:nvSpPr>
        <p:spPr>
          <a:xfrm>
            <a:off x="503240" y="1768477"/>
            <a:ext cx="9070976" cy="438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3" lvl="0" marL="43179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■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“Self Referential Pointer” is a kind of a misnomer </a:t>
            </a:r>
            <a:endParaRPr/>
          </a:p>
          <a:p>
            <a:pPr indent="-323853" lvl="0" marL="431797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■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 allows structures like this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struct test { 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int a; 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struct test *p;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  <a:p>
            <a:pPr indent="-323853" lvl="0" marL="431797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1440"/>
              <a:buFont typeface="Noto Sans Symbols"/>
              <a:buChar char="■"/>
            </a:pPr>
            <a:r>
              <a:rPr b="1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The pointer p, can point to any variable of the type “struct test” (or be NULL)  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3"/>
          <p:cNvSpPr txBox="1"/>
          <p:nvPr>
            <p:ph idx="4294967295" type="title"/>
          </p:nvPr>
        </p:nvSpPr>
        <p:spPr>
          <a:xfrm>
            <a:off x="503240" y="301623"/>
            <a:ext cx="9070976" cy="1262064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3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Self Referential Pointers</a:t>
            </a:r>
            <a:endParaRPr/>
          </a:p>
        </p:txBody>
      </p:sp>
      <p:sp>
        <p:nvSpPr>
          <p:cNvPr id="681" name="Google Shape;681;p53"/>
          <p:cNvSpPr txBox="1"/>
          <p:nvPr>
            <p:ph idx="4294967295" type="body"/>
          </p:nvPr>
        </p:nvSpPr>
        <p:spPr>
          <a:xfrm>
            <a:off x="503240" y="1768477"/>
            <a:ext cx="4427533" cy="438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2" lvl="0" marL="43179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080"/>
              <a:buFont typeface="Noto Sans Symbols"/>
              <a:buChar char="■"/>
            </a:pPr>
            <a:r>
              <a:rPr b="1" i="0" lang="en-IN" sz="24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Consider following code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typedef struct test {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int a;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struct test *p;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}test;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test  x, y, *p, *q;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p = &amp;x; 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x.p = &amp;y; 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q = &amp;y; </a:t>
            </a:r>
            <a:endParaRPr/>
          </a:p>
          <a:p>
            <a:pPr indent="107954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y.p = &amp;y; </a:t>
            </a:r>
            <a:endParaRPr/>
          </a:p>
        </p:txBody>
      </p:sp>
      <p:sp>
        <p:nvSpPr>
          <p:cNvPr id="682" name="Google Shape;682;p53"/>
          <p:cNvSpPr txBox="1"/>
          <p:nvPr/>
        </p:nvSpPr>
        <p:spPr>
          <a:xfrm>
            <a:off x="5256212" y="2700337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3"/>
          <p:cNvSpPr txBox="1"/>
          <p:nvPr/>
        </p:nvSpPr>
        <p:spPr>
          <a:xfrm>
            <a:off x="5256212" y="3132137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3"/>
          <p:cNvSpPr txBox="1"/>
          <p:nvPr/>
        </p:nvSpPr>
        <p:spPr>
          <a:xfrm>
            <a:off x="6875462" y="4140200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3"/>
          <p:cNvSpPr txBox="1"/>
          <p:nvPr/>
        </p:nvSpPr>
        <p:spPr>
          <a:xfrm>
            <a:off x="6875462" y="4572000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53"/>
          <p:cNvSpPr txBox="1"/>
          <p:nvPr/>
        </p:nvSpPr>
        <p:spPr>
          <a:xfrm>
            <a:off x="8604250" y="2987675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3"/>
          <p:cNvSpPr txBox="1"/>
          <p:nvPr/>
        </p:nvSpPr>
        <p:spPr>
          <a:xfrm>
            <a:off x="6911975" y="1728787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53"/>
          <p:cNvSpPr txBox="1"/>
          <p:nvPr/>
        </p:nvSpPr>
        <p:spPr>
          <a:xfrm>
            <a:off x="5400675" y="2339975"/>
            <a:ext cx="360362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689" name="Google Shape;689;p53"/>
          <p:cNvSpPr txBox="1"/>
          <p:nvPr/>
        </p:nvSpPr>
        <p:spPr>
          <a:xfrm>
            <a:off x="7019925" y="3563937"/>
            <a:ext cx="360362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690" name="Google Shape;690;p53"/>
          <p:cNvSpPr txBox="1"/>
          <p:nvPr/>
        </p:nvSpPr>
        <p:spPr>
          <a:xfrm>
            <a:off x="5400675" y="2339975"/>
            <a:ext cx="360362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691" name="Google Shape;691;p53"/>
          <p:cNvSpPr txBox="1"/>
          <p:nvPr/>
        </p:nvSpPr>
        <p:spPr>
          <a:xfrm>
            <a:off x="6983412" y="1295400"/>
            <a:ext cx="360362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692" name="Google Shape;692;p53"/>
          <p:cNvSpPr txBox="1"/>
          <p:nvPr/>
        </p:nvSpPr>
        <p:spPr>
          <a:xfrm>
            <a:off x="8748712" y="2584450"/>
            <a:ext cx="360362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693" name="Google Shape;693;p53"/>
          <p:cNvSpPr txBox="1"/>
          <p:nvPr/>
        </p:nvSpPr>
        <p:spPr>
          <a:xfrm>
            <a:off x="4967287" y="2663825"/>
            <a:ext cx="28733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694" name="Google Shape;694;p53"/>
          <p:cNvSpPr txBox="1"/>
          <p:nvPr/>
        </p:nvSpPr>
        <p:spPr>
          <a:xfrm>
            <a:off x="6624637" y="4103687"/>
            <a:ext cx="28733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695" name="Google Shape;695;p53"/>
          <p:cNvSpPr/>
          <p:nvPr/>
        </p:nvSpPr>
        <p:spPr>
          <a:xfrm>
            <a:off x="5348287" y="3422650"/>
            <a:ext cx="341312" cy="506412"/>
          </a:xfrm>
          <a:custGeom>
            <a:rect b="b" l="l" r="r" t="t"/>
            <a:pathLst>
              <a:path extrusionOk="0" h="1406" w="947">
                <a:moveTo>
                  <a:pt x="450" y="0"/>
                </a:moveTo>
                <a:cubicBezTo>
                  <a:pt x="452" y="416"/>
                  <a:pt x="0" y="1101"/>
                  <a:pt x="739" y="1240"/>
                </a:cubicBezTo>
                <a:lnTo>
                  <a:pt x="946" y="1405"/>
                </a:lnTo>
              </a:path>
            </a:pathLst>
          </a:custGeom>
          <a:noFill/>
          <a:ln cap="flat" cmpd="sng" w="9525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3"/>
          <p:cNvSpPr/>
          <p:nvPr/>
        </p:nvSpPr>
        <p:spPr>
          <a:xfrm>
            <a:off x="7005637" y="4862512"/>
            <a:ext cx="341312" cy="506412"/>
          </a:xfrm>
          <a:custGeom>
            <a:rect b="b" l="l" r="r" t="t"/>
            <a:pathLst>
              <a:path extrusionOk="0" h="1406" w="947">
                <a:moveTo>
                  <a:pt x="450" y="0"/>
                </a:moveTo>
                <a:cubicBezTo>
                  <a:pt x="452" y="416"/>
                  <a:pt x="0" y="1101"/>
                  <a:pt x="739" y="1240"/>
                </a:cubicBezTo>
                <a:lnTo>
                  <a:pt x="946" y="1405"/>
                </a:lnTo>
              </a:path>
            </a:pathLst>
          </a:custGeom>
          <a:noFill/>
          <a:ln cap="flat" cmpd="sng" w="9525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3"/>
          <p:cNvSpPr/>
          <p:nvPr/>
        </p:nvSpPr>
        <p:spPr>
          <a:xfrm>
            <a:off x="6969125" y="2019300"/>
            <a:ext cx="341312" cy="506412"/>
          </a:xfrm>
          <a:custGeom>
            <a:rect b="b" l="l" r="r" t="t"/>
            <a:pathLst>
              <a:path extrusionOk="0" h="1406" w="947">
                <a:moveTo>
                  <a:pt x="450" y="0"/>
                </a:moveTo>
                <a:cubicBezTo>
                  <a:pt x="452" y="416"/>
                  <a:pt x="0" y="1101"/>
                  <a:pt x="739" y="1240"/>
                </a:cubicBezTo>
                <a:lnTo>
                  <a:pt x="946" y="1405"/>
                </a:lnTo>
              </a:path>
            </a:pathLst>
          </a:custGeom>
          <a:noFill/>
          <a:ln cap="flat" cmpd="sng" w="9525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3"/>
          <p:cNvSpPr/>
          <p:nvPr/>
        </p:nvSpPr>
        <p:spPr>
          <a:xfrm>
            <a:off x="8732837" y="3243262"/>
            <a:ext cx="341312" cy="506412"/>
          </a:xfrm>
          <a:custGeom>
            <a:rect b="b" l="l" r="r" t="t"/>
            <a:pathLst>
              <a:path extrusionOk="0" h="1406" w="947">
                <a:moveTo>
                  <a:pt x="450" y="0"/>
                </a:moveTo>
                <a:cubicBezTo>
                  <a:pt x="452" y="416"/>
                  <a:pt x="0" y="1101"/>
                  <a:pt x="739" y="1240"/>
                </a:cubicBezTo>
                <a:lnTo>
                  <a:pt x="946" y="1405"/>
                </a:lnTo>
              </a:path>
            </a:pathLst>
          </a:custGeom>
          <a:noFill/>
          <a:ln cap="flat" cmpd="sng" w="9525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3"/>
          <p:cNvSpPr/>
          <p:nvPr/>
        </p:nvSpPr>
        <p:spPr>
          <a:xfrm>
            <a:off x="5903912" y="1871662"/>
            <a:ext cx="1081087" cy="828675"/>
          </a:xfrm>
          <a:custGeom>
            <a:rect b="b" l="l" r="r" t="t"/>
            <a:pathLst>
              <a:path extrusionOk="0" h="2301" w="3001">
                <a:moveTo>
                  <a:pt x="3000" y="0"/>
                </a:moveTo>
                <a:lnTo>
                  <a:pt x="0" y="230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3"/>
          <p:cNvSpPr/>
          <p:nvPr/>
        </p:nvSpPr>
        <p:spPr>
          <a:xfrm>
            <a:off x="5689600" y="3422650"/>
            <a:ext cx="1330325" cy="717550"/>
          </a:xfrm>
          <a:custGeom>
            <a:rect b="b" l="l" r="r" t="t"/>
            <a:pathLst>
              <a:path extrusionOk="0" h="1994" w="3697">
                <a:moveTo>
                  <a:pt x="0" y="0"/>
                </a:moveTo>
                <a:lnTo>
                  <a:pt x="3696" y="1993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3"/>
          <p:cNvSpPr/>
          <p:nvPr/>
        </p:nvSpPr>
        <p:spPr>
          <a:xfrm>
            <a:off x="7272337" y="3168650"/>
            <a:ext cx="1439862" cy="973137"/>
          </a:xfrm>
          <a:custGeom>
            <a:rect b="b" l="l" r="r" t="t"/>
            <a:pathLst>
              <a:path extrusionOk="0" h="2701" w="4001">
                <a:moveTo>
                  <a:pt x="4000" y="0"/>
                </a:moveTo>
                <a:lnTo>
                  <a:pt x="0" y="270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7426325" y="4167187"/>
            <a:ext cx="749300" cy="758825"/>
          </a:xfrm>
          <a:custGeom>
            <a:rect b="b" l="l" r="r" t="t"/>
            <a:pathLst>
              <a:path extrusionOk="0" h="2110" w="2083">
                <a:moveTo>
                  <a:pt x="0" y="2109"/>
                </a:moveTo>
                <a:cubicBezTo>
                  <a:pt x="410" y="2018"/>
                  <a:pt x="822" y="2062"/>
                  <a:pt x="1240" y="2026"/>
                </a:cubicBezTo>
                <a:cubicBezTo>
                  <a:pt x="1748" y="1983"/>
                  <a:pt x="2052" y="1498"/>
                  <a:pt x="2067" y="1034"/>
                </a:cubicBezTo>
                <a:cubicBezTo>
                  <a:pt x="2082" y="549"/>
                  <a:pt x="1630" y="103"/>
                  <a:pt x="1157" y="207"/>
                </a:cubicBezTo>
                <a:lnTo>
                  <a:pt x="744" y="42"/>
                </a:lnTo>
                <a:lnTo>
                  <a:pt x="331" y="0"/>
                </a:lnTo>
              </a:path>
            </a:pathLst>
          </a:custGeom>
          <a:noFill/>
          <a:ln cap="flat" cmpd="sng" w="35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3"/>
          <p:cNvSpPr txBox="1"/>
          <p:nvPr/>
        </p:nvSpPr>
        <p:spPr>
          <a:xfrm>
            <a:off x="2376487" y="6480175"/>
            <a:ext cx="7272337" cy="769937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663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IN" sz="2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 referential structures allow us to create a variety of “linked” </a:t>
            </a:r>
            <a:r>
              <a:rPr b="1" i="1" lang="en-IN" sz="2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structures of data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4"/>
          <p:cNvSpPr txBox="1"/>
          <p:nvPr>
            <p:ph idx="4294967295" type="title"/>
          </p:nvPr>
        </p:nvSpPr>
        <p:spPr>
          <a:xfrm>
            <a:off x="503240" y="49213"/>
            <a:ext cx="9070976" cy="1262064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3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-&gt; notation </a:t>
            </a:r>
            <a:endParaRPr/>
          </a:p>
        </p:txBody>
      </p:sp>
      <p:sp>
        <p:nvSpPr>
          <p:cNvPr id="709" name="Google Shape;709;p54"/>
          <p:cNvSpPr txBox="1"/>
          <p:nvPr>
            <p:ph idx="4294967295" type="body"/>
          </p:nvPr>
        </p:nvSpPr>
        <p:spPr>
          <a:xfrm>
            <a:off x="243678" y="813596"/>
            <a:ext cx="4176714" cy="6119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typedef struct test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int 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   struct test *p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}test;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test  m, n, *x;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m.a = 20;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x = &amp;n;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(*x).a = 40;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x-&gt;a = 50;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x-&gt;p = &amp;m;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66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x-&gt;p-&gt;p = x; </a:t>
            </a:r>
            <a:endParaRPr/>
          </a:p>
        </p:txBody>
      </p:sp>
      <p:sp>
        <p:nvSpPr>
          <p:cNvPr id="710" name="Google Shape;710;p54"/>
          <p:cNvSpPr txBox="1"/>
          <p:nvPr>
            <p:ph idx="4294967295" type="body"/>
          </p:nvPr>
        </p:nvSpPr>
        <p:spPr>
          <a:xfrm>
            <a:off x="3944941" y="1290639"/>
            <a:ext cx="5832472" cy="2232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3" lvl="0" marL="43179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0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(*x) is the entire structure to which x points</a:t>
            </a:r>
            <a:endParaRPr/>
          </a:p>
          <a:p>
            <a:pPr indent="-323852" lvl="1" marL="86359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(*x).a is the variable 'a' in that structure</a:t>
            </a:r>
            <a:endParaRPr/>
          </a:p>
          <a:p>
            <a:pPr indent="-323853" lvl="0" marL="431797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None/>
            </a:pPr>
            <a:r>
              <a:rPr b="0" i="0" lang="en-IN" sz="3200" u="none" cap="none" strike="noStrike">
                <a:solidFill>
                  <a:srgbClr val="0000CC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x-&gt;a is another notation for (*x).a </a:t>
            </a:r>
            <a:endParaRPr/>
          </a:p>
        </p:txBody>
      </p:sp>
      <p:sp>
        <p:nvSpPr>
          <p:cNvPr id="711" name="Google Shape;711;p54"/>
          <p:cNvSpPr txBox="1"/>
          <p:nvPr/>
        </p:nvSpPr>
        <p:spPr>
          <a:xfrm>
            <a:off x="5400675" y="5075237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54"/>
          <p:cNvSpPr txBox="1"/>
          <p:nvPr/>
        </p:nvSpPr>
        <p:spPr>
          <a:xfrm>
            <a:off x="5400675" y="5508625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54"/>
          <p:cNvSpPr txBox="1"/>
          <p:nvPr/>
        </p:nvSpPr>
        <p:spPr>
          <a:xfrm>
            <a:off x="7704137" y="5899150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4"/>
          <p:cNvSpPr txBox="1"/>
          <p:nvPr/>
        </p:nvSpPr>
        <p:spPr>
          <a:xfrm>
            <a:off x="7704137" y="6330950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4"/>
          <p:cNvSpPr txBox="1"/>
          <p:nvPr/>
        </p:nvSpPr>
        <p:spPr>
          <a:xfrm>
            <a:off x="7056437" y="4103687"/>
            <a:ext cx="647700" cy="4318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4"/>
          <p:cNvSpPr txBox="1"/>
          <p:nvPr/>
        </p:nvSpPr>
        <p:spPr>
          <a:xfrm>
            <a:off x="7848600" y="5322887"/>
            <a:ext cx="360362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717" name="Google Shape;717;p54"/>
          <p:cNvSpPr txBox="1"/>
          <p:nvPr/>
        </p:nvSpPr>
        <p:spPr>
          <a:xfrm>
            <a:off x="5472112" y="4672012"/>
            <a:ext cx="431800" cy="65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718" name="Google Shape;718;p54"/>
          <p:cNvSpPr txBox="1"/>
          <p:nvPr/>
        </p:nvSpPr>
        <p:spPr>
          <a:xfrm>
            <a:off x="7127875" y="3671887"/>
            <a:ext cx="360362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719" name="Google Shape;719;p54"/>
          <p:cNvSpPr txBox="1"/>
          <p:nvPr/>
        </p:nvSpPr>
        <p:spPr>
          <a:xfrm>
            <a:off x="5111750" y="5040312"/>
            <a:ext cx="28733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720" name="Google Shape;720;p54"/>
          <p:cNvSpPr txBox="1"/>
          <p:nvPr/>
        </p:nvSpPr>
        <p:spPr>
          <a:xfrm>
            <a:off x="7451725" y="5862637"/>
            <a:ext cx="28733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45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IN" sz="2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721" name="Google Shape;721;p54"/>
          <p:cNvSpPr/>
          <p:nvPr/>
        </p:nvSpPr>
        <p:spPr>
          <a:xfrm>
            <a:off x="5492750" y="5799137"/>
            <a:ext cx="341312" cy="506412"/>
          </a:xfrm>
          <a:custGeom>
            <a:rect b="b" l="l" r="r" t="t"/>
            <a:pathLst>
              <a:path extrusionOk="0" h="1406" w="947">
                <a:moveTo>
                  <a:pt x="450" y="0"/>
                </a:moveTo>
                <a:cubicBezTo>
                  <a:pt x="452" y="416"/>
                  <a:pt x="0" y="1101"/>
                  <a:pt x="739" y="1240"/>
                </a:cubicBezTo>
                <a:lnTo>
                  <a:pt x="946" y="1405"/>
                </a:lnTo>
              </a:path>
            </a:pathLst>
          </a:custGeom>
          <a:noFill/>
          <a:ln cap="flat" cmpd="sng" w="9525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4"/>
          <p:cNvSpPr/>
          <p:nvPr/>
        </p:nvSpPr>
        <p:spPr>
          <a:xfrm>
            <a:off x="7832725" y="6621462"/>
            <a:ext cx="341312" cy="506412"/>
          </a:xfrm>
          <a:custGeom>
            <a:rect b="b" l="l" r="r" t="t"/>
            <a:pathLst>
              <a:path extrusionOk="0" h="1406" w="947">
                <a:moveTo>
                  <a:pt x="450" y="0"/>
                </a:moveTo>
                <a:cubicBezTo>
                  <a:pt x="452" y="416"/>
                  <a:pt x="0" y="1101"/>
                  <a:pt x="739" y="1240"/>
                </a:cubicBezTo>
                <a:lnTo>
                  <a:pt x="946" y="1405"/>
                </a:lnTo>
              </a:path>
            </a:pathLst>
          </a:custGeom>
          <a:noFill/>
          <a:ln cap="flat" cmpd="sng" w="9525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4"/>
          <p:cNvSpPr/>
          <p:nvPr/>
        </p:nvSpPr>
        <p:spPr>
          <a:xfrm>
            <a:off x="7113587" y="4394200"/>
            <a:ext cx="341312" cy="506412"/>
          </a:xfrm>
          <a:custGeom>
            <a:rect b="b" l="l" r="r" t="t"/>
            <a:pathLst>
              <a:path extrusionOk="0" h="1406" w="947">
                <a:moveTo>
                  <a:pt x="450" y="0"/>
                </a:moveTo>
                <a:cubicBezTo>
                  <a:pt x="452" y="416"/>
                  <a:pt x="0" y="1101"/>
                  <a:pt x="739" y="1240"/>
                </a:cubicBezTo>
                <a:lnTo>
                  <a:pt x="946" y="1405"/>
                </a:lnTo>
              </a:path>
            </a:pathLst>
          </a:custGeom>
          <a:noFill/>
          <a:ln cap="flat" cmpd="sng" w="9525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4"/>
          <p:cNvSpPr/>
          <p:nvPr/>
        </p:nvSpPr>
        <p:spPr>
          <a:xfrm>
            <a:off x="7453312" y="4394200"/>
            <a:ext cx="395287" cy="1504950"/>
          </a:xfrm>
          <a:custGeom>
            <a:rect b="b" l="l" r="r" t="t"/>
            <a:pathLst>
              <a:path extrusionOk="0" h="4180" w="1097">
                <a:moveTo>
                  <a:pt x="0" y="0"/>
                </a:moveTo>
                <a:lnTo>
                  <a:pt x="1096" y="4179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54"/>
          <p:cNvSpPr txBox="1"/>
          <p:nvPr/>
        </p:nvSpPr>
        <p:spPr>
          <a:xfrm>
            <a:off x="5435600" y="5075237"/>
            <a:ext cx="576262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81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IN" sz="2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726" name="Google Shape;726;p54"/>
          <p:cNvSpPr txBox="1"/>
          <p:nvPr/>
        </p:nvSpPr>
        <p:spPr>
          <a:xfrm>
            <a:off x="7740650" y="5899150"/>
            <a:ext cx="576262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681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IN" sz="2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727" name="Google Shape;727;p54"/>
          <p:cNvSpPr/>
          <p:nvPr/>
        </p:nvSpPr>
        <p:spPr>
          <a:xfrm>
            <a:off x="6048375" y="5075237"/>
            <a:ext cx="1692275" cy="1404937"/>
          </a:xfrm>
          <a:custGeom>
            <a:rect b="b" l="l" r="r" t="t"/>
            <a:pathLst>
              <a:path extrusionOk="0" h="3901" w="4701">
                <a:moveTo>
                  <a:pt x="4700" y="390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54"/>
          <p:cNvSpPr/>
          <p:nvPr/>
        </p:nvSpPr>
        <p:spPr>
          <a:xfrm>
            <a:off x="5834062" y="5799137"/>
            <a:ext cx="1871662" cy="101600"/>
          </a:xfrm>
          <a:custGeom>
            <a:rect b="b" l="l" r="r" t="t"/>
            <a:pathLst>
              <a:path extrusionOk="0" h="281" w="5197">
                <a:moveTo>
                  <a:pt x="0" y="0"/>
                </a:moveTo>
                <a:lnTo>
                  <a:pt x="5196" y="28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brown blue black re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my dads tie thin horizonta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y dads tie thin horizonta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2016-07-22T22:33:09Z</dcterms:created>
  <dc:creator>ASHWINI MATANGE</dc:creator>
</cp:coreProperties>
</file>